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084ae3f75c2477e" /><Relationship Type="http://schemas.openxmlformats.org/officeDocument/2006/relationships/extended-properties" Target="/docProps/app.xml" Id="R3cd8008debc04e10" /><Relationship Type="http://schemas.openxmlformats.org/officeDocument/2006/relationships/officeDocument" Target="/ppt/presentation.xml" Id="R27b2be1d106543a0" /></Relationships>
</file>

<file path=ppt/presentation.xml><?xml version="1.0" encoding="utf-8"?>
<p:presentation xmlns:p="http://schemas.openxmlformats.org/presentationml/2006/main">
  <p:sldMasterIdLst>
    <p:sldMasterId xmlns:r="http://schemas.openxmlformats.org/officeDocument/2006/relationships" id="2147483648" r:id="R843b2be464d14077"/>
  </p:sldMasterIdLst>
  <p:notesMasterIdLst>
    <p:notesMasterId xmlns:r="http://schemas.openxmlformats.org/officeDocument/2006/relationships" r:id="R33c1519260cf43d9"/>
  </p:notesMasterIdLst>
  <p:sldIdLst>
    <p:sldId xmlns:r="http://schemas.openxmlformats.org/officeDocument/2006/relationships" id="256" r:id="R20afa1b414d64e4f"/>
    <p:sldId xmlns:r="http://schemas.openxmlformats.org/officeDocument/2006/relationships" id="257" r:id="Re40ff27366bd4c49"/>
    <p:sldId xmlns:r="http://schemas.openxmlformats.org/officeDocument/2006/relationships" id="258" r:id="R4e76520011fa4d84"/>
    <p:sldId xmlns:r="http://schemas.openxmlformats.org/officeDocument/2006/relationships" id="259" r:id="R2deee61e5ae446fc"/>
    <p:sldId xmlns:r="http://schemas.openxmlformats.org/officeDocument/2006/relationships" id="260" r:id="R1d5cc28dcc474195"/>
    <p:sldId xmlns:r="http://schemas.openxmlformats.org/officeDocument/2006/relationships" id="261" r:id="R148c113967da452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56c6cbc52fb46b6" /><Relationship Type="http://schemas.openxmlformats.org/officeDocument/2006/relationships/slideMaster" Target="/ppt/slideMasters/slideMaster1.xml" Id="R843b2be464d14077" /><Relationship Type="http://schemas.openxmlformats.org/officeDocument/2006/relationships/notesMaster" Target="/ppt/notesMasters/notesMaster1.xml" Id="R33c1519260cf43d9" /><Relationship Type="http://schemas.openxmlformats.org/officeDocument/2006/relationships/presProps" Target="/ppt/presProps.xml" Id="R04357bea6c254a2f" /><Relationship Type="http://schemas.openxmlformats.org/officeDocument/2006/relationships/tableStyles" Target="/ppt/tableStyles.xml" Id="R3c391f1254224e16" /><Relationship Type="http://schemas.openxmlformats.org/officeDocument/2006/relationships/slide" Target="/ppt/slides/slide1.xml" Id="R20afa1b414d64e4f" /><Relationship Type="http://schemas.openxmlformats.org/officeDocument/2006/relationships/slide" Target="/ppt/slides/slide2.xml" Id="Re40ff27366bd4c49" /><Relationship Type="http://schemas.openxmlformats.org/officeDocument/2006/relationships/slide" Target="/ppt/slides/slide3.xml" Id="R4e76520011fa4d84" /><Relationship Type="http://schemas.openxmlformats.org/officeDocument/2006/relationships/slide" Target="/ppt/slides/slide4.xml" Id="R2deee61e5ae446fc" /><Relationship Type="http://schemas.openxmlformats.org/officeDocument/2006/relationships/slide" Target="/ppt/slides/slide5.xml" Id="R1d5cc28dcc474195" /><Relationship Type="http://schemas.openxmlformats.org/officeDocument/2006/relationships/slide" Target="/ppt/slides/slide6.xml" Id="R148c113967da452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2209dc61c0f474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7dc45a35ea47b8" /><Relationship Type="http://schemas.openxmlformats.org/officeDocument/2006/relationships/notesMaster" Target="/ppt/notesMasters/notesMaster1.xml" Id="R5aef564b833240f7" /></Relationships>
</file>

<file path=ppt/notesSlides/_rels/notesSlide2.xml.rels>&#65279;<?xml version="1.0" encoding="utf-8"?><Relationships xmlns="http://schemas.openxmlformats.org/package/2006/relationships"><Relationship Type="http://schemas.openxmlformats.org/officeDocument/2006/relationships/slide" Target="/ppt/slides/slide2.xml" Id="R9705e58826e840ca" /><Relationship Type="http://schemas.openxmlformats.org/officeDocument/2006/relationships/notesMaster" Target="/ppt/notesMasters/notesMaster1.xml" Id="Rc638147301b3478f" /></Relationships>
</file>

<file path=ppt/notesSlides/_rels/notesSlide3.xml.rels>&#65279;<?xml version="1.0" encoding="utf-8"?><Relationships xmlns="http://schemas.openxmlformats.org/package/2006/relationships"><Relationship Type="http://schemas.openxmlformats.org/officeDocument/2006/relationships/slide" Target="/ppt/slides/slide3.xml" Id="R8bd804ba751d4e39" /><Relationship Type="http://schemas.openxmlformats.org/officeDocument/2006/relationships/notesMaster" Target="/ppt/notesMasters/notesMaster1.xml" Id="Rd15df790419e42a7" /></Relationships>
</file>

<file path=ppt/notesSlides/_rels/notesSlide4.xml.rels>&#65279;<?xml version="1.0" encoding="utf-8"?><Relationships xmlns="http://schemas.openxmlformats.org/package/2006/relationships"><Relationship Type="http://schemas.openxmlformats.org/officeDocument/2006/relationships/slide" Target="/ppt/slides/slide4.xml" Id="R51b2e43733cc47a2" /><Relationship Type="http://schemas.openxmlformats.org/officeDocument/2006/relationships/notesMaster" Target="/ppt/notesMasters/notesMaster1.xml" Id="R3ed77b813c2b4100" /></Relationships>
</file>

<file path=ppt/notesSlides/_rels/notesSlide5.xml.rels>&#65279;<?xml version="1.0" encoding="utf-8"?><Relationships xmlns="http://schemas.openxmlformats.org/package/2006/relationships"><Relationship Type="http://schemas.openxmlformats.org/officeDocument/2006/relationships/slide" Target="/ppt/slides/slide5.xml" Id="R0e3dc38cd00b46b2" /><Relationship Type="http://schemas.openxmlformats.org/officeDocument/2006/relationships/notesMaster" Target="/ppt/notesMasters/notesMaster1.xml" Id="Rccc1da5e554b496a" /></Relationships>
</file>

<file path=ppt/notesSlides/_rels/notesSlide6.xml.rels>&#65279;<?xml version="1.0" encoding="utf-8"?><Relationships xmlns="http://schemas.openxmlformats.org/package/2006/relationships"><Relationship Type="http://schemas.openxmlformats.org/officeDocument/2006/relationships/slide" Target="/ppt/slides/slide6.xml" Id="R54c8e4d1745f465f" /><Relationship Type="http://schemas.openxmlformats.org/officeDocument/2006/relationships/notesMaster" Target="/ppt/notesMasters/notesMaster1.xml" Id="R1e22ac47805142b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Vansh</a:t>
            </a:r>
          </a:p>
          <a:p xmlns:a="http://schemas.openxmlformats.org/drawingml/2006/main">
            <a:r>
              <a:t/>
            </a:r>
          </a:p>
          <a:p xmlns:a="http://schemas.openxmlformats.org/drawingml/2006/main">
            <a:r>
              <a:t>Atlas helps technicians investigate a reported fault using historical maintenance records. We retrieve relevant cases and show the evidence behind the answer. This is a six-slide overview, roughly four minutes.</a:t>
            </a:r>
          </a:p>
          <a:p xmlns:a="http://schemas.openxmlformats.org/drawingml/2006/main">
            <a:r>
              <a:t/>
            </a:r>
          </a:p>
          <a:p xmlns:a="http://schemas.openxmlformats.org/drawingml/2006/main">
            <a:r>
              <a:t>Sources and scope:</a:t>
            </a:r>
          </a:p>
          <a:p xmlns:a="http://schemas.openxmlformats.org/drawingml/2006/main">
            <a:r>
              <a:t>Organizer PS 1.3 supplied in the conversation. Screenshot: docs/p2/previews/aircraft-explorer.png, explicitly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Vansh</a:t>
            </a:r>
          </a:p>
          <a:p xmlns:a="http://schemas.openxmlformats.org/drawingml/2006/main">
            <a:r>
              <a:t/>
            </a:r>
          </a:p>
          <a:p xmlns:a="http://schemas.openxmlformats.org/drawingml/2006/main">
            <a:r>
              <a:t>The organizer supplies 6,169 aviation records. Terse wording makes simple keyword or semantic search alone unreliable. A technician needs similar historical complaints, their recorded actions and original evidence. Handoff: Kushaan will explain the retrieval pipeline.</a:t>
            </a:r>
          </a:p>
          <a:p xmlns:a="http://schemas.openxmlformats.org/drawingml/2006/main">
            <a:r>
              <a:t/>
            </a:r>
          </a:p>
          <a:p xmlns:a="http://schemas.openxmlformats.org/drawingml/2006/main">
            <a:r>
              <a:t>Sources and scope:</a:t>
            </a:r>
          </a:p>
          <a:p xmlns:a="http://schemas.openxmlformats.org/drawingml/2006/main">
            <a:r>
              <a:t>Organizer problem statement, Data and Resources. INTEGRATION_HANDOVER.md and docs/p1/PERSON_2_HANDOFF.md. On-slide wording is illustrative and not an independently validated citation.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Kushaan</a:t>
            </a:r>
          </a:p>
          <a:p xmlns:a="http://schemas.openxmlformats.org/drawingml/2006/main">
            <a:r>
              <a:t/>
            </a:r>
          </a:p>
          <a:p xmlns:a="http://schemas.openxmlformats.org/drawingml/2006/main">
            <a:r>
              <a:t>Ingestion preserves original fields and builds normalized representations. BM25 handles exact terminology, while BGE embeddings retrieve similar meanings. Weighted RRF combines rankings. Compatibility checks preserve component, number, side and negation distinctions. PostgreSQL and pgvector store records and vectors. Explain implemented architecture, without claiming live laptop acceptance.</a:t>
            </a:r>
          </a:p>
          <a:p xmlns:a="http://schemas.openxmlformats.org/drawingml/2006/main">
            <a:r>
              <a:t/>
            </a:r>
          </a:p>
          <a:p xmlns:a="http://schemas.openxmlformats.org/drawingml/2006/main">
            <a:r>
              <a:t>Sources and scope:</a:t>
            </a:r>
          </a:p>
          <a:p xmlns:a="http://schemas.openxmlformats.org/drawingml/2006/main">
            <a:r>
              <a:t>Branch integrate/atlas-ui-retrieval at 85998c2. maintenance/retrieval/engine.py, fusion.py, compatibility.py, maintenance/ingest/normalize.py, maintenance/db.py. Supabase results are reported in ANTIGRAVITY_INTEGRATION_HANDOFF.md and were not independently reproduced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Kushaan</a:t>
            </a:r>
          </a:p>
          <a:p xmlns:a="http://schemas.openxmlformats.org/drawingml/2006/main">
            <a:r>
              <a:t/>
            </a:r>
          </a:p>
          <a:p xmlns:a="http://schemas.openxmlformats.org/drawingml/2006/main">
            <a:r>
              <a:t>The agent calls bounded tools and constructs structured claims from fetched originals. The release path checks evidence identity, exact spans and hashes and constrains wording. A valid quote does not automatically support a causal interpretation. Records are historical precedent. Public SSE events show workflow activity, not private model reasoning.</a:t>
            </a:r>
          </a:p>
          <a:p xmlns:a="http://schemas.openxmlformats.org/drawingml/2006/main">
            <a:r>
              <a:t/>
            </a:r>
          </a:p>
          <a:p xmlns:a="http://schemas.openxmlformats.org/drawingml/2006/main">
            <a:r>
              <a:t>Sources and scope:</a:t>
            </a:r>
          </a:p>
          <a:p xmlns:a="http://schemas.openxmlformats.org/drawingml/2006/main">
            <a:r>
              <a:t>maintenance/agent_run.py, maintenance/tools.py, maintenance/answer_validation.py, maintenance/answer_rendering.py, maintenance/events.py, docs/prompts/maintenance_system_prompt.md. Complete live acceptance and semantic support behavior still require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Vansh</a:t>
            </a:r>
          </a:p>
          <a:p xmlns:a="http://schemas.openxmlformats.org/drawingml/2006/main">
            <a:r>
              <a:t/>
            </a:r>
          </a:p>
          <a:p xmlns:a="http://schemas.openxmlformats.org/drawingml/2006/main">
            <a:r>
              <a:t>Show the single input, a result and an original-record citation. The aircraft has 33 selectable exterior regions. Dedicated wing, nose, cabin and tail cutaways show internal parts. Candidate highlights and educational complications remain unverified. The screenshot shows the demo interface.</a:t>
            </a:r>
          </a:p>
          <a:p xmlns:a="http://schemas.openxmlformats.org/drawingml/2006/main">
            <a:r>
              <a:t/>
            </a:r>
          </a:p>
          <a:p xmlns:a="http://schemas.openxmlformats.org/drawingml/2006/main">
            <a:r>
              <a:t>Sources: docs/p2/previews/flap-cutaway.png, api/static/maintenance/index.html, component-explorer.mjs, wing-profiles.mjs and airframe-profiles.mjs.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Kushaan</a:t>
            </a:r>
          </a:p>
          <a:p xmlns:a="http://schemas.openxmlformats.org/drawingml/2006/main">
            <a:r>
              <a:t/>
            </a:r>
          </a:p>
          <a:p xmlns:a="http://schemas.openxmlformats.org/drawingml/2006/main">
            <a:r>
              <a:t>Separate implementation from verification. The repository contains the retrieval platform, workflows, evidence release and UI. Facility support and shorthand normalization exist. Pattern services still need recurring-defect acceptance checks. Complete a real search, citation, session and refusal flow before claiming live end-to-end readiness. Close on faster access to traceable historical precedent.</a:t>
            </a:r>
          </a:p>
          <a:p xmlns:a="http://schemas.openxmlformats.org/drawingml/2006/main">
            <a:r>
              <a:t/>
            </a:r>
          </a:p>
          <a:p xmlns:a="http://schemas.openxmlformats.org/drawingml/2006/main">
            <a:r>
              <a:t>Sources: Organizer PS 1.3 MVP and stretch goals, maintenance/features/patterns.py, normalization and retrieval modules, ANTIGRAVITY_INTEGRATION_HANDOFF.md. Live verification on this laptop and public deployment remain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a5f48e2af4540c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1a497ea33f6444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c97ad45eb0a42e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a5acc5f88784ad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561c0ab723a419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15a9dd4f934488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B5C5010-4107-47C9-9543-F917AA3B062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C5CCD0D-E6D6-4C00-ADA7-7425FB639D6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DF6F1F1-AAB1-48E1-9C1D-A57B13103F5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0B7A92E-447F-4B30-9560-AD9618239E9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976700D-B7B0-4779-9122-1173EDFD294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E7758ED-F9A5-4121-9D2A-68BCCD0782E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829BAFB-8109-4EC5-BC1A-8B6FAE8FCD8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92674E4-FDB5-4D94-A7D2-FE0DB99AE95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76BFBF7-22E3-4ABC-85CA-E63DE097603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6858268-F5D8-48A7-923B-78A8F426CF9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56ed33f188a4b03" /><Relationship Type="http://schemas.openxmlformats.org/officeDocument/2006/relationships/slideLayout" Target="/ppt/slideLayouts/slideLayout1.xml" Id="R7653ad813a5a4257" /><Relationship Type="http://schemas.openxmlformats.org/officeDocument/2006/relationships/slideLayout" Target="/ppt/slideLayouts/slideLayout2.xml" Id="Rafd5190dde284f9a" /><Relationship Type="http://schemas.openxmlformats.org/officeDocument/2006/relationships/slideLayout" Target="/ppt/slideLayouts/slideLayout3.xml" Id="R9d6dbd9f09da4fb8" /><Relationship Type="http://schemas.openxmlformats.org/officeDocument/2006/relationships/slideLayout" Target="/ppt/slideLayouts/slideLayout4.xml" Id="R6599004a3d7347ff" /><Relationship Type="http://schemas.openxmlformats.org/officeDocument/2006/relationships/slideLayout" Target="/ppt/slideLayouts/slideLayout5.xml" Id="Rb62909658e494395" /><Relationship Type="http://schemas.openxmlformats.org/officeDocument/2006/relationships/slideLayout" Target="/ppt/slideLayouts/slideLayout6.xml" Id="R20845ed8942546e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53ad813a5a4257"/>
    <p:sldLayoutId xmlns:r="http://schemas.openxmlformats.org/officeDocument/2006/relationships" id="2147483650" r:id="Rafd5190dde284f9a"/>
    <p:sldLayoutId xmlns:r="http://schemas.openxmlformats.org/officeDocument/2006/relationships" id="2147483651" r:id="R9d6dbd9f09da4fb8"/>
    <p:sldLayoutId xmlns:r="http://schemas.openxmlformats.org/officeDocument/2006/relationships" id="2147483652" r:id="R6599004a3d7347ff"/>
    <p:sldLayoutId xmlns:r="http://schemas.openxmlformats.org/officeDocument/2006/relationships" id="2147483653" r:id="Rb62909658e494395"/>
    <p:sldLayoutId xmlns:r="http://schemas.openxmlformats.org/officeDocument/2006/relationships" id="2147483654" r:id="R20845ed8942546e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43f2371fb564377" /><Relationship Type="http://schemas.openxmlformats.org/officeDocument/2006/relationships/image" Target="/ppt/media/image.jpeg" Id="Rb909801456954c94" /><Relationship Type="http://schemas.openxmlformats.org/officeDocument/2006/relationships/notesSlide" Target="/ppt/notesSlides/notesSlide1.xml" Id="R4b3b80edc95f4be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b749d0af39e414f" /><Relationship Type="http://schemas.openxmlformats.org/officeDocument/2006/relationships/notesSlide" Target="/ppt/notesSlides/notesSlide2.xml" Id="R696dfae8f81b4cb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dbe0ec0e05f40e9" /><Relationship Type="http://schemas.openxmlformats.org/officeDocument/2006/relationships/notesSlide" Target="/ppt/notesSlides/notesSlide3.xml" Id="Rcbbd9fa5ff4e499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aeaaea0178f4548" /><Relationship Type="http://schemas.openxmlformats.org/officeDocument/2006/relationships/notesSlide" Target="/ppt/notesSlides/notesSlide4.xml" Id="R7da9961b5fed4e6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ced71c5106f4976" /><Relationship Type="http://schemas.openxmlformats.org/officeDocument/2006/relationships/image" Target="/ppt/media/image2.jpeg" Id="R61db723071c747d6" /><Relationship Type="http://schemas.openxmlformats.org/officeDocument/2006/relationships/notesSlide" Target="/ppt/notesSlides/notesSlide5.xml" Id="Rece02d482a07484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c7502b9e63949d9" /><Relationship Type="http://schemas.openxmlformats.org/officeDocument/2006/relationships/notesSlide" Target="/ppt/notesSlides/notesSlide6.xml" Id="Rd4fceb5634354ef5" /></Relationships>
</file>

<file path=ppt/slides/slide1.xml><?xml version="1.0" encoding="utf-8"?>
<p:sld xmlns:p="http://schemas.openxmlformats.org/presentationml/2006/main">
  <p:cSld>
    <p:bg>
      <p:bgPr>
        <a:solidFill xmlns:a="http://schemas.openxmlformats.org/drawingml/2006/main">
          <a:srgbClr val="112F3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7C76D11-5AD9-45A6-BDF1-574D72656B19}"/>
              </a:ext>
            </a:extLst>
          </p:cNvPr>
          <p:cNvSpPr>
            <a:spLocks xmlns:a="http://schemas.openxmlformats.org/drawingml/2006/main" noGrp="1"/>
          </p:cNvSpPr>
          <p:nvPr/>
        </p:nvSpPr>
        <p:spPr>
          <a:xfrm xmlns:a="http://schemas.openxmlformats.org/drawingml/2006/main">
            <a:off x="666750" y="66675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97CAB5"/>
                </a:solidFill>
                <a:latin typeface="Arial"/>
                <a:ea typeface="Arial"/>
                <a:cs typeface="Arial"/>
              </a:defRPr>
            </a:defPPr>
            <a:lvl1pPr>
              <a:defRPr sz="1500" b="1">
                <a:solidFill>
                  <a:srgbClr val="97CAB5"/>
                </a:solidFill>
                <a:latin typeface="Arial"/>
                <a:ea typeface="Arial"/>
                <a:cs typeface="Arial"/>
              </a:defRPr>
            </a:lvl1pPr>
            <a:lvl2pPr>
              <a:defRPr sz="1500" b="1">
                <a:solidFill>
                  <a:srgbClr val="97CAB5"/>
                </a:solidFill>
                <a:latin typeface="Arial"/>
                <a:ea typeface="Arial"/>
                <a:cs typeface="Arial"/>
              </a:defRPr>
            </a:lvl2pPr>
            <a:lvl3pPr>
              <a:defRPr sz="1500" b="1">
                <a:solidFill>
                  <a:srgbClr val="97CAB5"/>
                </a:solidFill>
                <a:latin typeface="Arial"/>
                <a:ea typeface="Arial"/>
                <a:cs typeface="Arial"/>
              </a:defRPr>
            </a:lvl3pPr>
            <a:lvl4pPr>
              <a:defRPr sz="1500" b="1">
                <a:solidFill>
                  <a:srgbClr val="97CAB5"/>
                </a:solidFill>
                <a:latin typeface="Arial"/>
                <a:ea typeface="Arial"/>
                <a:cs typeface="Arial"/>
              </a:defRPr>
            </a:lvl4pPr>
            <a:lvl5pPr>
              <a:defRPr sz="1500" b="1">
                <a:solidFill>
                  <a:srgbClr val="97CAB5"/>
                </a:solidFill>
                <a:latin typeface="Arial"/>
                <a:ea typeface="Arial"/>
                <a:cs typeface="Arial"/>
              </a:defRPr>
            </a:lvl5pPr>
            <a:lvl6pPr>
              <a:defRPr sz="1500" b="1">
                <a:solidFill>
                  <a:srgbClr val="97CAB5"/>
                </a:solidFill>
                <a:latin typeface="Arial"/>
                <a:ea typeface="Arial"/>
                <a:cs typeface="Arial"/>
              </a:defRPr>
            </a:lvl6pPr>
            <a:lvl7pPr>
              <a:defRPr sz="1500" b="1">
                <a:solidFill>
                  <a:srgbClr val="97CAB5"/>
                </a:solidFill>
                <a:latin typeface="Arial"/>
                <a:ea typeface="Arial"/>
                <a:cs typeface="Arial"/>
              </a:defRPr>
            </a:lvl7pPr>
            <a:lvl8pPr>
              <a:defRPr sz="1500" b="1">
                <a:solidFill>
                  <a:srgbClr val="97CAB5"/>
                </a:solidFill>
                <a:latin typeface="Arial"/>
                <a:ea typeface="Arial"/>
                <a:cs typeface="Arial"/>
              </a:defRPr>
            </a:lvl8pPr>
            <a:lvl9pPr>
              <a:defRPr sz="1500" b="1">
                <a:solidFill>
                  <a:srgbClr val="97CAB5"/>
                </a:solidFill>
                <a:latin typeface="Arial"/>
                <a:ea typeface="Arial"/>
                <a:cs typeface="Arial"/>
              </a:defRPr>
            </a:lvl9pPr>
          </a:lstStyle>
          <a:p xmlns:a="http://schemas.openxmlformats.org/drawingml/2006/main">
            <a:pPr>
              <a:defRPr sz="1500" b="1">
                <a:solidFill>
                  <a:srgbClr val="97CAB5"/>
                </a:solidFill>
                <a:latin typeface="Arial"/>
                <a:ea typeface="Arial"/>
                <a:cs typeface="Arial"/>
              </a:defRPr>
            </a:pPr>
            <a:r>
              <a:rPr sz="1500" b="1">
                <a:solidFill>
                  <a:srgbClr val="97CAB5"/>
                </a:solidFill>
                <a:latin typeface="Arial"/>
                <a:ea typeface="Arial"/>
                <a:cs typeface="Arial"/>
              </a:rPr>
              <a:t>NEXAI 2026 / PS 1.3</a:t>
            </a:r>
          </a:p>
        </p:txBody>
      </p:sp>
      <p:sp>
        <p:nvSpPr>
          <p:cNvPr id="3" name="">
            <a:extLst xmlns:a="http://schemas.openxmlformats.org/drawingml/2006/main">
              <a:ext uri="{FF2B5EF4-FFF2-40B4-BE49-F238E27FC236}">
                <a16:creationId xmlns:a16="http://schemas.microsoft.com/office/drawing/2014/main" id="{5EEAF573-DC92-43E6-8CCE-C4699E6D4565}"/>
              </a:ext>
            </a:extLst>
          </p:cNvPr>
          <p:cNvSpPr>
            <a:spLocks xmlns:a="http://schemas.openxmlformats.org/drawingml/2006/main" noGrp="1"/>
          </p:cNvSpPr>
          <p:nvPr/>
        </p:nvSpPr>
        <p:spPr>
          <a:xfrm xmlns:a="http://schemas.openxmlformats.org/drawingml/2006/main">
            <a:off x="666750" y="1476375"/>
            <a:ext cx="5334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550" b="1">
                <a:solidFill>
                  <a:srgbClr val="FFFFFF"/>
                </a:solidFill>
                <a:latin typeface="Arial"/>
                <a:ea typeface="Arial"/>
                <a:cs typeface="Arial"/>
              </a:defRPr>
            </a:defPPr>
            <a:lvl1pPr>
              <a:defRPr sz="5550" b="1">
                <a:solidFill>
                  <a:srgbClr val="FFFFFF"/>
                </a:solidFill>
                <a:latin typeface="Arial"/>
                <a:ea typeface="Arial"/>
                <a:cs typeface="Arial"/>
              </a:defRPr>
            </a:lvl1pPr>
            <a:lvl2pPr>
              <a:defRPr sz="5550" b="1">
                <a:solidFill>
                  <a:srgbClr val="FFFFFF"/>
                </a:solidFill>
                <a:latin typeface="Arial"/>
                <a:ea typeface="Arial"/>
                <a:cs typeface="Arial"/>
              </a:defRPr>
            </a:lvl2pPr>
            <a:lvl3pPr>
              <a:defRPr sz="5550" b="1">
                <a:solidFill>
                  <a:srgbClr val="FFFFFF"/>
                </a:solidFill>
                <a:latin typeface="Arial"/>
                <a:ea typeface="Arial"/>
                <a:cs typeface="Arial"/>
              </a:defRPr>
            </a:lvl3pPr>
            <a:lvl4pPr>
              <a:defRPr sz="5550" b="1">
                <a:solidFill>
                  <a:srgbClr val="FFFFFF"/>
                </a:solidFill>
                <a:latin typeface="Arial"/>
                <a:ea typeface="Arial"/>
                <a:cs typeface="Arial"/>
              </a:defRPr>
            </a:lvl4pPr>
            <a:lvl5pPr>
              <a:defRPr sz="5550" b="1">
                <a:solidFill>
                  <a:srgbClr val="FFFFFF"/>
                </a:solidFill>
                <a:latin typeface="Arial"/>
                <a:ea typeface="Arial"/>
                <a:cs typeface="Arial"/>
              </a:defRPr>
            </a:lvl5pPr>
            <a:lvl6pPr>
              <a:defRPr sz="5550" b="1">
                <a:solidFill>
                  <a:srgbClr val="FFFFFF"/>
                </a:solidFill>
                <a:latin typeface="Arial"/>
                <a:ea typeface="Arial"/>
                <a:cs typeface="Arial"/>
              </a:defRPr>
            </a:lvl6pPr>
            <a:lvl7pPr>
              <a:defRPr sz="5550" b="1">
                <a:solidFill>
                  <a:srgbClr val="FFFFFF"/>
                </a:solidFill>
                <a:latin typeface="Arial"/>
                <a:ea typeface="Arial"/>
                <a:cs typeface="Arial"/>
              </a:defRPr>
            </a:lvl7pPr>
            <a:lvl8pPr>
              <a:defRPr sz="5550" b="1">
                <a:solidFill>
                  <a:srgbClr val="FFFFFF"/>
                </a:solidFill>
                <a:latin typeface="Arial"/>
                <a:ea typeface="Arial"/>
                <a:cs typeface="Arial"/>
              </a:defRPr>
            </a:lvl8pPr>
            <a:lvl9pPr>
              <a:defRPr sz="5550" b="1">
                <a:solidFill>
                  <a:srgbClr val="FFFFFF"/>
                </a:solidFill>
                <a:latin typeface="Arial"/>
                <a:ea typeface="Arial"/>
                <a:cs typeface="Arial"/>
              </a:defRPr>
            </a:lvl9pPr>
          </a:lstStyle>
          <a:p xmlns:a="http://schemas.openxmlformats.org/drawingml/2006/main">
            <a:pPr>
              <a:defRPr sz="5550" b="1">
                <a:solidFill>
                  <a:srgbClr val="FFFFFF"/>
                </a:solidFill>
                <a:latin typeface="Arial"/>
                <a:ea typeface="Arial"/>
                <a:cs typeface="Arial"/>
              </a:defRPr>
            </a:pPr>
            <a:r>
              <a:rPr sz="5550" b="1">
                <a:solidFill>
                  <a:srgbClr val="FFFFFF"/>
                </a:solidFill>
                <a:latin typeface="Arial"/>
                <a:ea typeface="Arial"/>
                <a:cs typeface="Arial"/>
              </a:rPr>
              <a:t>Maintenance</a:t>
            </a:r>
          </a:p>
          <a:p xmlns:a="http://schemas.openxmlformats.org/drawingml/2006/main">
            <a:pPr>
              <a:defRPr sz="5550" b="1">
                <a:solidFill>
                  <a:srgbClr val="FFFFFF"/>
                </a:solidFill>
                <a:latin typeface="Arial"/>
                <a:ea typeface="Arial"/>
                <a:cs typeface="Arial"/>
              </a:defRPr>
            </a:pPr>
            <a:r>
              <a:rPr sz="5550" b="1">
                <a:solidFill>
                  <a:srgbClr val="FFFFFF"/>
                </a:solidFill>
                <a:latin typeface="Arial"/>
                <a:ea typeface="Arial"/>
                <a:cs typeface="Arial"/>
              </a:rPr>
              <a:t>Atlas</a:t>
            </a:r>
          </a:p>
        </p:txBody>
      </p:sp>
      <p:sp>
        <p:nvSpPr>
          <p:cNvPr id="4" name="">
            <a:extLst xmlns:a="http://schemas.openxmlformats.org/drawingml/2006/main">
              <a:ext uri="{FF2B5EF4-FFF2-40B4-BE49-F238E27FC236}">
                <a16:creationId xmlns:a16="http://schemas.microsoft.com/office/drawing/2014/main" id="{2B2CE613-7B0B-400A-9BE4-008D4726EE6D}"/>
              </a:ext>
            </a:extLst>
          </p:cNvPr>
          <p:cNvSpPr>
            <a:spLocks xmlns:a="http://schemas.openxmlformats.org/drawingml/2006/main" noGrp="1"/>
          </p:cNvSpPr>
          <p:nvPr/>
        </p:nvSpPr>
        <p:spPr>
          <a:xfrm xmlns:a="http://schemas.openxmlformats.org/drawingml/2006/main">
            <a:off x="666750" y="3495675"/>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C3DBD0"/>
                </a:solidFill>
                <a:latin typeface="Arial"/>
                <a:ea typeface="Arial"/>
                <a:cs typeface="Arial"/>
              </a:defRPr>
            </a:defPPr>
            <a:lvl1pPr>
              <a:defRPr sz="2325" b="0">
                <a:solidFill>
                  <a:srgbClr val="C3DBD0"/>
                </a:solidFill>
                <a:latin typeface="Arial"/>
                <a:ea typeface="Arial"/>
                <a:cs typeface="Arial"/>
              </a:defRPr>
            </a:lvl1pPr>
            <a:lvl2pPr>
              <a:defRPr sz="2325" b="0">
                <a:solidFill>
                  <a:srgbClr val="C3DBD0"/>
                </a:solidFill>
                <a:latin typeface="Arial"/>
                <a:ea typeface="Arial"/>
                <a:cs typeface="Arial"/>
              </a:defRPr>
            </a:lvl2pPr>
            <a:lvl3pPr>
              <a:defRPr sz="2325" b="0">
                <a:solidFill>
                  <a:srgbClr val="C3DBD0"/>
                </a:solidFill>
                <a:latin typeface="Arial"/>
                <a:ea typeface="Arial"/>
                <a:cs typeface="Arial"/>
              </a:defRPr>
            </a:lvl3pPr>
            <a:lvl4pPr>
              <a:defRPr sz="2325" b="0">
                <a:solidFill>
                  <a:srgbClr val="C3DBD0"/>
                </a:solidFill>
                <a:latin typeface="Arial"/>
                <a:ea typeface="Arial"/>
                <a:cs typeface="Arial"/>
              </a:defRPr>
            </a:lvl4pPr>
            <a:lvl5pPr>
              <a:defRPr sz="2325" b="0">
                <a:solidFill>
                  <a:srgbClr val="C3DBD0"/>
                </a:solidFill>
                <a:latin typeface="Arial"/>
                <a:ea typeface="Arial"/>
                <a:cs typeface="Arial"/>
              </a:defRPr>
            </a:lvl5pPr>
            <a:lvl6pPr>
              <a:defRPr sz="2325" b="0">
                <a:solidFill>
                  <a:srgbClr val="C3DBD0"/>
                </a:solidFill>
                <a:latin typeface="Arial"/>
                <a:ea typeface="Arial"/>
                <a:cs typeface="Arial"/>
              </a:defRPr>
            </a:lvl6pPr>
            <a:lvl7pPr>
              <a:defRPr sz="2325" b="0">
                <a:solidFill>
                  <a:srgbClr val="C3DBD0"/>
                </a:solidFill>
                <a:latin typeface="Arial"/>
                <a:ea typeface="Arial"/>
                <a:cs typeface="Arial"/>
              </a:defRPr>
            </a:lvl7pPr>
            <a:lvl8pPr>
              <a:defRPr sz="2325" b="0">
                <a:solidFill>
                  <a:srgbClr val="C3DBD0"/>
                </a:solidFill>
                <a:latin typeface="Arial"/>
                <a:ea typeface="Arial"/>
                <a:cs typeface="Arial"/>
              </a:defRPr>
            </a:lvl8pPr>
            <a:lvl9pPr>
              <a:defRPr sz="2325" b="0">
                <a:solidFill>
                  <a:srgbClr val="C3DBD0"/>
                </a:solidFill>
                <a:latin typeface="Arial"/>
                <a:ea typeface="Arial"/>
                <a:cs typeface="Arial"/>
              </a:defRPr>
            </a:lvl9pPr>
          </a:lstStyle>
          <a:p xmlns:a="http://schemas.openxmlformats.org/drawingml/2006/main">
            <a:pPr>
              <a:defRPr sz="2325" b="0">
                <a:solidFill>
                  <a:srgbClr val="C3DBD0"/>
                </a:solidFill>
                <a:latin typeface="Arial"/>
                <a:ea typeface="Arial"/>
                <a:cs typeface="Arial"/>
              </a:defRPr>
            </a:pPr>
            <a:r>
              <a:rPr sz="2325" b="0">
                <a:solidFill>
                  <a:srgbClr val="C3DBD0"/>
                </a:solidFill>
                <a:latin typeface="Arial"/>
                <a:ea typeface="Arial"/>
                <a:cs typeface="Arial"/>
              </a:rPr>
              <a:t>Agentic RAG over</a:t>
            </a:r>
          </a:p>
          <a:p xmlns:a="http://schemas.openxmlformats.org/drawingml/2006/main">
            <a:pPr>
              <a:defRPr sz="2325" b="0">
                <a:solidFill>
                  <a:srgbClr val="C3DBD0"/>
                </a:solidFill>
                <a:latin typeface="Arial"/>
                <a:ea typeface="Arial"/>
                <a:cs typeface="Arial"/>
              </a:defRPr>
            </a:pPr>
            <a:r>
              <a:rPr sz="2325" b="0">
                <a:solidFill>
                  <a:srgbClr val="C3DBD0"/>
                </a:solidFill>
                <a:latin typeface="Arial"/>
                <a:ea typeface="Arial"/>
                <a:cs typeface="Arial"/>
              </a:rPr>
              <a:t>maintenance logbooks</a:t>
            </a:r>
          </a:p>
        </p:txBody>
      </p:sp>
      <p:sp>
        <p:nvSpPr>
          <p:cNvPr id="5" name="">
            <a:extLst xmlns:a="http://schemas.openxmlformats.org/drawingml/2006/main">
              <a:ext uri="{FF2B5EF4-FFF2-40B4-BE49-F238E27FC236}">
                <a16:creationId xmlns:a16="http://schemas.microsoft.com/office/drawing/2014/main" id="{1193C88E-B526-4106-964C-B9E87D95DF09}"/>
              </a:ext>
            </a:extLst>
          </p:cNvPr>
          <p:cNvSpPr>
            <a:spLocks xmlns:a="http://schemas.openxmlformats.org/drawingml/2006/main" noGrp="1"/>
          </p:cNvSpPr>
          <p:nvPr/>
        </p:nvSpPr>
        <p:spPr>
          <a:xfrm xmlns:a="http://schemas.openxmlformats.org/drawingml/2006/main">
            <a:off x="666750" y="57150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FFFFFF"/>
                </a:solidFill>
                <a:latin typeface="Arial"/>
                <a:ea typeface="Arial"/>
                <a:cs typeface="Arial"/>
              </a:defRPr>
            </a:defPPr>
            <a:lvl1pPr>
              <a:defRPr sz="1800" b="0">
                <a:solidFill>
                  <a:srgbClr val="FFFFFF"/>
                </a:solidFill>
                <a:latin typeface="Arial"/>
                <a:ea typeface="Arial"/>
                <a:cs typeface="Arial"/>
              </a:defRPr>
            </a:lvl1pPr>
            <a:lvl2pPr>
              <a:defRPr sz="1800" b="0">
                <a:solidFill>
                  <a:srgbClr val="FFFFFF"/>
                </a:solidFill>
                <a:latin typeface="Arial"/>
                <a:ea typeface="Arial"/>
                <a:cs typeface="Arial"/>
              </a:defRPr>
            </a:lvl2pPr>
            <a:lvl3pPr>
              <a:defRPr sz="1800" b="0">
                <a:solidFill>
                  <a:srgbClr val="FFFFFF"/>
                </a:solidFill>
                <a:latin typeface="Arial"/>
                <a:ea typeface="Arial"/>
                <a:cs typeface="Arial"/>
              </a:defRPr>
            </a:lvl3pPr>
            <a:lvl4pPr>
              <a:defRPr sz="1800" b="0">
                <a:solidFill>
                  <a:srgbClr val="FFFFFF"/>
                </a:solidFill>
                <a:latin typeface="Arial"/>
                <a:ea typeface="Arial"/>
                <a:cs typeface="Arial"/>
              </a:defRPr>
            </a:lvl4pPr>
            <a:lvl5pPr>
              <a:defRPr sz="1800" b="0">
                <a:solidFill>
                  <a:srgbClr val="FFFFFF"/>
                </a:solidFill>
                <a:latin typeface="Arial"/>
                <a:ea typeface="Arial"/>
                <a:cs typeface="Arial"/>
              </a:defRPr>
            </a:lvl5pPr>
            <a:lvl6pPr>
              <a:defRPr sz="1800" b="0">
                <a:solidFill>
                  <a:srgbClr val="FFFFFF"/>
                </a:solidFill>
                <a:latin typeface="Arial"/>
                <a:ea typeface="Arial"/>
                <a:cs typeface="Arial"/>
              </a:defRPr>
            </a:lvl6pPr>
            <a:lvl7pPr>
              <a:defRPr sz="1800" b="0">
                <a:solidFill>
                  <a:srgbClr val="FFFFFF"/>
                </a:solidFill>
                <a:latin typeface="Arial"/>
                <a:ea typeface="Arial"/>
                <a:cs typeface="Arial"/>
              </a:defRPr>
            </a:lvl7pPr>
            <a:lvl8pPr>
              <a:defRPr sz="1800" b="0">
                <a:solidFill>
                  <a:srgbClr val="FFFFFF"/>
                </a:solidFill>
                <a:latin typeface="Arial"/>
                <a:ea typeface="Arial"/>
                <a:cs typeface="Arial"/>
              </a:defRPr>
            </a:lvl8pPr>
            <a:lvl9pPr>
              <a:defRPr sz="1800" b="0">
                <a:solidFill>
                  <a:srgbClr val="FFFFFF"/>
                </a:solidFill>
                <a:latin typeface="Arial"/>
                <a:ea typeface="Arial"/>
                <a:cs typeface="Arial"/>
              </a:defRPr>
            </a:lvl9pPr>
          </a:lstStyle>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Vansh &amp; Kushaan</a:t>
            </a:r>
          </a:p>
        </p:txBody>
      </p:sp>
      <p:pic>
        <p:nvPicPr>
          <p:cNvPr id="6" name="">
            <a:extLst xmlns:a="http://schemas.openxmlformats.org/drawingml/2006/main">
              <a:ext uri="{FF2B5EF4-FFF2-40B4-BE49-F238E27FC236}">
                <a16:creationId xmlns:a16="http://schemas.microsoft.com/office/drawing/2014/main" id="{F014729F-E65F-449E-ACA2-3876F8C265E4}"/>
              </a:ext>
            </a:extLst>
          </p:cNvPr>
          <p:cNvPicPr>
            <a:picLocks xmlns:a="http://schemas.openxmlformats.org/drawingml/2006/main" noChangeAspect="1"/>
          </p:cNvPicPr>
          <p:nvPr/>
        </p:nvPicPr>
        <p:blipFill>
          <a:blip xmlns:r="http://schemas.openxmlformats.org/officeDocument/2006/relationships" xmlns:a="http://schemas.openxmlformats.org/drawingml/2006/main" r:embed="Rb909801456954c94"/>
          <a:srcRect xmlns:a="http://schemas.openxmlformats.org/drawingml/2006/main" l="28000" t="27000" r="5000" b="17000"/>
          <a:stretch xmlns:a="http://schemas.openxmlformats.org/drawingml/2006/main"/>
        </p:blipFill>
        <p:spPr>
          <a:xfrm xmlns:a="http://schemas.openxmlformats.org/drawingml/2006/main">
            <a:off x="6191250" y="762000"/>
            <a:ext cx="5381625" cy="5238750"/>
          </a:xfrm>
          <a:prstGeom xmlns:a="http://schemas.openxmlformats.org/drawingml/2006/main" prst="rect">
            <a:avLst/>
          </a:prstGeom>
        </p:spPr>
      </p:pic>
    </p:spTree>
    <p:extLst>
      <p:ext uri="{BB962C8B-B14F-4D97-AF65-F5344CB8AC3E}">
        <p14:creationId xmlns:p14="http://schemas.microsoft.com/office/powerpoint/2010/main" val="1770383297"/>
      </p:ext>
    </p:extLst>
  </p:cSld>
</p:sld>
</file>

<file path=ppt/slides/slide2.xml><?xml version="1.0" encoding="utf-8"?>
<p:sld xmlns:p="http://schemas.openxmlformats.org/presentationml/2006/main">
  <p:cSld>
    <p:bg>
      <p:bgPr>
        <a:solidFill xmlns:a="http://schemas.openxmlformats.org/drawingml/2006/main">
          <a:srgbClr val="F3F7F5"/>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715B9DD-32C2-43DB-9A78-16BB4CED0F6D}"/>
              </a:ext>
            </a:extLst>
          </p:cNvPr>
          <p:cNvSpPr>
            <a:spLocks xmlns:a="http://schemas.openxmlformats.org/drawingml/2006/main" noGrp="1"/>
          </p:cNvSpPr>
          <p:nvPr/>
        </p:nvSpPr>
        <p:spPr>
          <a:xfrm xmlns:a="http://schemas.openxmlformats.org/drawingml/2006/main">
            <a:off x="619125" y="5238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93F3B"/>
                </a:solidFill>
                <a:latin typeface="Arial"/>
                <a:ea typeface="Arial"/>
                <a:cs typeface="Arial"/>
              </a:defRPr>
            </a:defPPr>
            <a:lvl1pPr>
              <a:defRPr sz="3300" b="1">
                <a:solidFill>
                  <a:srgbClr val="193F3B"/>
                </a:solidFill>
                <a:latin typeface="Arial"/>
                <a:ea typeface="Arial"/>
                <a:cs typeface="Arial"/>
              </a:defRPr>
            </a:lvl1pPr>
            <a:lvl2pPr>
              <a:defRPr sz="3300" b="1">
                <a:solidFill>
                  <a:srgbClr val="193F3B"/>
                </a:solidFill>
                <a:latin typeface="Arial"/>
                <a:ea typeface="Arial"/>
                <a:cs typeface="Arial"/>
              </a:defRPr>
            </a:lvl2pPr>
            <a:lvl3pPr>
              <a:defRPr sz="3300" b="1">
                <a:solidFill>
                  <a:srgbClr val="193F3B"/>
                </a:solidFill>
                <a:latin typeface="Arial"/>
                <a:ea typeface="Arial"/>
                <a:cs typeface="Arial"/>
              </a:defRPr>
            </a:lvl3pPr>
            <a:lvl4pPr>
              <a:defRPr sz="3300" b="1">
                <a:solidFill>
                  <a:srgbClr val="193F3B"/>
                </a:solidFill>
                <a:latin typeface="Arial"/>
                <a:ea typeface="Arial"/>
                <a:cs typeface="Arial"/>
              </a:defRPr>
            </a:lvl4pPr>
            <a:lvl5pPr>
              <a:defRPr sz="3300" b="1">
                <a:solidFill>
                  <a:srgbClr val="193F3B"/>
                </a:solidFill>
                <a:latin typeface="Arial"/>
                <a:ea typeface="Arial"/>
                <a:cs typeface="Arial"/>
              </a:defRPr>
            </a:lvl5pPr>
            <a:lvl6pPr>
              <a:defRPr sz="3300" b="1">
                <a:solidFill>
                  <a:srgbClr val="193F3B"/>
                </a:solidFill>
                <a:latin typeface="Arial"/>
                <a:ea typeface="Arial"/>
                <a:cs typeface="Arial"/>
              </a:defRPr>
            </a:lvl6pPr>
            <a:lvl7pPr>
              <a:defRPr sz="3300" b="1">
                <a:solidFill>
                  <a:srgbClr val="193F3B"/>
                </a:solidFill>
                <a:latin typeface="Arial"/>
                <a:ea typeface="Arial"/>
                <a:cs typeface="Arial"/>
              </a:defRPr>
            </a:lvl7pPr>
            <a:lvl8pPr>
              <a:defRPr sz="3300" b="1">
                <a:solidFill>
                  <a:srgbClr val="193F3B"/>
                </a:solidFill>
                <a:latin typeface="Arial"/>
                <a:ea typeface="Arial"/>
                <a:cs typeface="Arial"/>
              </a:defRPr>
            </a:lvl8pPr>
            <a:lvl9pPr>
              <a:defRPr sz="3300" b="1">
                <a:solidFill>
                  <a:srgbClr val="193F3B"/>
                </a:solidFill>
                <a:latin typeface="Arial"/>
                <a:ea typeface="Arial"/>
                <a:cs typeface="Arial"/>
              </a:defRPr>
            </a:lvl9pPr>
          </a:lstStyle>
          <a:p xmlns:a="http://schemas.openxmlformats.org/drawingml/2006/main">
            <a:pPr>
              <a:defRPr sz="3300" b="1">
                <a:solidFill>
                  <a:srgbClr val="193F3B"/>
                </a:solidFill>
                <a:latin typeface="Arial"/>
                <a:ea typeface="Arial"/>
                <a:cs typeface="Arial"/>
              </a:defRPr>
            </a:pPr>
            <a:r>
              <a:rPr sz="3300" b="1">
                <a:solidFill>
                  <a:srgbClr val="193F3B"/>
                </a:solidFill>
                <a:latin typeface="Arial"/>
                <a:ea typeface="Arial"/>
                <a:cs typeface="Arial"/>
              </a:rPr>
              <a:t>The problem: buried maintenance history</a:t>
            </a:r>
          </a:p>
        </p:txBody>
      </p:sp>
      <p:sp>
        <p:nvSpPr>
          <p:cNvPr id="3" name="">
            <a:extLst xmlns:a="http://schemas.openxmlformats.org/drawingml/2006/main">
              <a:ext uri="{FF2B5EF4-FFF2-40B4-BE49-F238E27FC236}">
                <a16:creationId xmlns:a16="http://schemas.microsoft.com/office/drawing/2014/main" id="{3F06294E-96BD-467E-B97C-834A3B65CD53}"/>
              </a:ext>
            </a:extLst>
          </p:cNvPr>
          <p:cNvSpPr>
            <a:spLocks xmlns:a="http://schemas.openxmlformats.org/drawingml/2006/main" noGrp="1"/>
          </p:cNvSpPr>
          <p:nvPr/>
        </p:nvSpPr>
        <p:spPr>
          <a:xfrm xmlns:a="http://schemas.openxmlformats.org/drawingml/2006/main">
            <a:off x="11191875" y="63627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8EA59A"/>
                </a:solidFill>
                <a:latin typeface="Arial"/>
                <a:ea typeface="Arial"/>
                <a:cs typeface="Arial"/>
              </a:defRPr>
            </a:defPPr>
            <a:lvl1pPr>
              <a:defRPr sz="1200" b="0">
                <a:solidFill>
                  <a:srgbClr val="8EA59A"/>
                </a:solidFill>
                <a:latin typeface="Arial"/>
                <a:ea typeface="Arial"/>
                <a:cs typeface="Arial"/>
              </a:defRPr>
            </a:lvl1pPr>
            <a:lvl2pPr>
              <a:defRPr sz="1200" b="0">
                <a:solidFill>
                  <a:srgbClr val="8EA59A"/>
                </a:solidFill>
                <a:latin typeface="Arial"/>
                <a:ea typeface="Arial"/>
                <a:cs typeface="Arial"/>
              </a:defRPr>
            </a:lvl2pPr>
            <a:lvl3pPr>
              <a:defRPr sz="1200" b="0">
                <a:solidFill>
                  <a:srgbClr val="8EA59A"/>
                </a:solidFill>
                <a:latin typeface="Arial"/>
                <a:ea typeface="Arial"/>
                <a:cs typeface="Arial"/>
              </a:defRPr>
            </a:lvl3pPr>
            <a:lvl4pPr>
              <a:defRPr sz="1200" b="0">
                <a:solidFill>
                  <a:srgbClr val="8EA59A"/>
                </a:solidFill>
                <a:latin typeface="Arial"/>
                <a:ea typeface="Arial"/>
                <a:cs typeface="Arial"/>
              </a:defRPr>
            </a:lvl4pPr>
            <a:lvl5pPr>
              <a:defRPr sz="1200" b="0">
                <a:solidFill>
                  <a:srgbClr val="8EA59A"/>
                </a:solidFill>
                <a:latin typeface="Arial"/>
                <a:ea typeface="Arial"/>
                <a:cs typeface="Arial"/>
              </a:defRPr>
            </a:lvl5pPr>
            <a:lvl6pPr>
              <a:defRPr sz="1200" b="0">
                <a:solidFill>
                  <a:srgbClr val="8EA59A"/>
                </a:solidFill>
                <a:latin typeface="Arial"/>
                <a:ea typeface="Arial"/>
                <a:cs typeface="Arial"/>
              </a:defRPr>
            </a:lvl6pPr>
            <a:lvl7pPr>
              <a:defRPr sz="1200" b="0">
                <a:solidFill>
                  <a:srgbClr val="8EA59A"/>
                </a:solidFill>
                <a:latin typeface="Arial"/>
                <a:ea typeface="Arial"/>
                <a:cs typeface="Arial"/>
              </a:defRPr>
            </a:lvl7pPr>
            <a:lvl8pPr>
              <a:defRPr sz="1200" b="0">
                <a:solidFill>
                  <a:srgbClr val="8EA59A"/>
                </a:solidFill>
                <a:latin typeface="Arial"/>
                <a:ea typeface="Arial"/>
                <a:cs typeface="Arial"/>
              </a:defRPr>
            </a:lvl8pPr>
            <a:lvl9pPr>
              <a:defRPr sz="1200" b="0">
                <a:solidFill>
                  <a:srgbClr val="8EA59A"/>
                </a:solidFill>
                <a:latin typeface="Arial"/>
                <a:ea typeface="Arial"/>
                <a:cs typeface="Arial"/>
              </a:defRPr>
            </a:lvl9pPr>
          </a:lstStyle>
          <a:p xmlns:a="http://schemas.openxmlformats.org/drawingml/2006/main">
            <a:pPr>
              <a:defRPr sz="1200" b="0">
                <a:solidFill>
                  <a:srgbClr val="8EA59A"/>
                </a:solidFill>
                <a:latin typeface="Arial"/>
                <a:ea typeface="Arial"/>
                <a:cs typeface="Arial"/>
              </a:defRPr>
            </a:pPr>
            <a:r>
              <a:rPr sz="1200" b="0">
                <a:solidFill>
                  <a:srgbClr val="8EA59A"/>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8495795D-30EA-4494-A0FD-8CF7D8DD1225}"/>
              </a:ext>
            </a:extLst>
          </p:cNvPr>
          <p:cNvSpPr>
            <a:spLocks xmlns:a="http://schemas.openxmlformats.org/drawingml/2006/main" noGrp="1"/>
          </p:cNvSpPr>
          <p:nvPr/>
        </p:nvSpPr>
        <p:spPr>
          <a:xfrm xmlns:a="http://schemas.openxmlformats.org/drawingml/2006/main">
            <a:off x="619125" y="1809750"/>
            <a:ext cx="5143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600" b="1">
                <a:solidFill>
                  <a:srgbClr val="3C8C73"/>
                </a:solidFill>
                <a:latin typeface="Arial"/>
                <a:ea typeface="Arial"/>
                <a:cs typeface="Arial"/>
              </a:defRPr>
            </a:defPPr>
            <a:lvl1pPr>
              <a:defRPr sz="6600" b="1">
                <a:solidFill>
                  <a:srgbClr val="3C8C73"/>
                </a:solidFill>
                <a:latin typeface="Arial"/>
                <a:ea typeface="Arial"/>
                <a:cs typeface="Arial"/>
              </a:defRPr>
            </a:lvl1pPr>
            <a:lvl2pPr>
              <a:defRPr sz="6600" b="1">
                <a:solidFill>
                  <a:srgbClr val="3C8C73"/>
                </a:solidFill>
                <a:latin typeface="Arial"/>
                <a:ea typeface="Arial"/>
                <a:cs typeface="Arial"/>
              </a:defRPr>
            </a:lvl2pPr>
            <a:lvl3pPr>
              <a:defRPr sz="6600" b="1">
                <a:solidFill>
                  <a:srgbClr val="3C8C73"/>
                </a:solidFill>
                <a:latin typeface="Arial"/>
                <a:ea typeface="Arial"/>
                <a:cs typeface="Arial"/>
              </a:defRPr>
            </a:lvl3pPr>
            <a:lvl4pPr>
              <a:defRPr sz="6600" b="1">
                <a:solidFill>
                  <a:srgbClr val="3C8C73"/>
                </a:solidFill>
                <a:latin typeface="Arial"/>
                <a:ea typeface="Arial"/>
                <a:cs typeface="Arial"/>
              </a:defRPr>
            </a:lvl4pPr>
            <a:lvl5pPr>
              <a:defRPr sz="6600" b="1">
                <a:solidFill>
                  <a:srgbClr val="3C8C73"/>
                </a:solidFill>
                <a:latin typeface="Arial"/>
                <a:ea typeface="Arial"/>
                <a:cs typeface="Arial"/>
              </a:defRPr>
            </a:lvl5pPr>
            <a:lvl6pPr>
              <a:defRPr sz="6600" b="1">
                <a:solidFill>
                  <a:srgbClr val="3C8C73"/>
                </a:solidFill>
                <a:latin typeface="Arial"/>
                <a:ea typeface="Arial"/>
                <a:cs typeface="Arial"/>
              </a:defRPr>
            </a:lvl6pPr>
            <a:lvl7pPr>
              <a:defRPr sz="6600" b="1">
                <a:solidFill>
                  <a:srgbClr val="3C8C73"/>
                </a:solidFill>
                <a:latin typeface="Arial"/>
                <a:ea typeface="Arial"/>
                <a:cs typeface="Arial"/>
              </a:defRPr>
            </a:lvl7pPr>
            <a:lvl8pPr>
              <a:defRPr sz="6600" b="1">
                <a:solidFill>
                  <a:srgbClr val="3C8C73"/>
                </a:solidFill>
                <a:latin typeface="Arial"/>
                <a:ea typeface="Arial"/>
                <a:cs typeface="Arial"/>
              </a:defRPr>
            </a:lvl8pPr>
            <a:lvl9pPr>
              <a:defRPr sz="6600" b="1">
                <a:solidFill>
                  <a:srgbClr val="3C8C73"/>
                </a:solidFill>
                <a:latin typeface="Arial"/>
                <a:ea typeface="Arial"/>
                <a:cs typeface="Arial"/>
              </a:defRPr>
            </a:lvl9pPr>
          </a:lstStyle>
          <a:p xmlns:a="http://schemas.openxmlformats.org/drawingml/2006/main">
            <a:pPr>
              <a:defRPr sz="6600" b="1">
                <a:solidFill>
                  <a:srgbClr val="3C8C73"/>
                </a:solidFill>
                <a:latin typeface="Arial"/>
                <a:ea typeface="Arial"/>
                <a:cs typeface="Arial"/>
              </a:defRPr>
            </a:pPr>
            <a:r>
              <a:rPr sz="6600" b="1">
                <a:solidFill>
                  <a:srgbClr val="3C8C73"/>
                </a:solidFill>
                <a:latin typeface="Arial"/>
                <a:ea typeface="Arial"/>
                <a:cs typeface="Arial"/>
              </a:rPr>
              <a:t>6,169</a:t>
            </a:r>
          </a:p>
        </p:txBody>
      </p:sp>
      <p:sp>
        <p:nvSpPr>
          <p:cNvPr id="5" name="">
            <a:extLst xmlns:a="http://schemas.openxmlformats.org/drawingml/2006/main">
              <a:ext uri="{FF2B5EF4-FFF2-40B4-BE49-F238E27FC236}">
                <a16:creationId xmlns:a16="http://schemas.microsoft.com/office/drawing/2014/main" id="{BE9D4756-8870-4F47-A958-23EE85260789}"/>
              </a:ext>
            </a:extLst>
          </p:cNvPr>
          <p:cNvSpPr>
            <a:spLocks xmlns:a="http://schemas.openxmlformats.org/drawingml/2006/main" noGrp="1"/>
          </p:cNvSpPr>
          <p:nvPr/>
        </p:nvSpPr>
        <p:spPr>
          <a:xfrm xmlns:a="http://schemas.openxmlformats.org/drawingml/2006/main">
            <a:off x="666750" y="2838450"/>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93F3B"/>
                </a:solidFill>
                <a:latin typeface="Arial"/>
                <a:ea typeface="Arial"/>
                <a:cs typeface="Arial"/>
              </a:defRPr>
            </a:defPPr>
            <a:lvl1pPr>
              <a:defRPr sz="2250" b="0">
                <a:solidFill>
                  <a:srgbClr val="193F3B"/>
                </a:solidFill>
                <a:latin typeface="Arial"/>
                <a:ea typeface="Arial"/>
                <a:cs typeface="Arial"/>
              </a:defRPr>
            </a:lvl1pPr>
            <a:lvl2pPr>
              <a:defRPr sz="2250" b="0">
                <a:solidFill>
                  <a:srgbClr val="193F3B"/>
                </a:solidFill>
                <a:latin typeface="Arial"/>
                <a:ea typeface="Arial"/>
                <a:cs typeface="Arial"/>
              </a:defRPr>
            </a:lvl2pPr>
            <a:lvl3pPr>
              <a:defRPr sz="2250" b="0">
                <a:solidFill>
                  <a:srgbClr val="193F3B"/>
                </a:solidFill>
                <a:latin typeface="Arial"/>
                <a:ea typeface="Arial"/>
                <a:cs typeface="Arial"/>
              </a:defRPr>
            </a:lvl3pPr>
            <a:lvl4pPr>
              <a:defRPr sz="2250" b="0">
                <a:solidFill>
                  <a:srgbClr val="193F3B"/>
                </a:solidFill>
                <a:latin typeface="Arial"/>
                <a:ea typeface="Arial"/>
                <a:cs typeface="Arial"/>
              </a:defRPr>
            </a:lvl4pPr>
            <a:lvl5pPr>
              <a:defRPr sz="2250" b="0">
                <a:solidFill>
                  <a:srgbClr val="193F3B"/>
                </a:solidFill>
                <a:latin typeface="Arial"/>
                <a:ea typeface="Arial"/>
                <a:cs typeface="Arial"/>
              </a:defRPr>
            </a:lvl5pPr>
            <a:lvl6pPr>
              <a:defRPr sz="2250" b="0">
                <a:solidFill>
                  <a:srgbClr val="193F3B"/>
                </a:solidFill>
                <a:latin typeface="Arial"/>
                <a:ea typeface="Arial"/>
                <a:cs typeface="Arial"/>
              </a:defRPr>
            </a:lvl6pPr>
            <a:lvl7pPr>
              <a:defRPr sz="2250" b="0">
                <a:solidFill>
                  <a:srgbClr val="193F3B"/>
                </a:solidFill>
                <a:latin typeface="Arial"/>
                <a:ea typeface="Arial"/>
                <a:cs typeface="Arial"/>
              </a:defRPr>
            </a:lvl7pPr>
            <a:lvl8pPr>
              <a:defRPr sz="2250" b="0">
                <a:solidFill>
                  <a:srgbClr val="193F3B"/>
                </a:solidFill>
                <a:latin typeface="Arial"/>
                <a:ea typeface="Arial"/>
                <a:cs typeface="Arial"/>
              </a:defRPr>
            </a:lvl8pPr>
            <a:lvl9pPr>
              <a:defRPr sz="2250" b="0">
                <a:solidFill>
                  <a:srgbClr val="193F3B"/>
                </a:solidFill>
                <a:latin typeface="Arial"/>
                <a:ea typeface="Arial"/>
                <a:cs typeface="Arial"/>
              </a:defRPr>
            </a:lvl9pPr>
          </a:lstStyle>
          <a:p xmlns:a="http://schemas.openxmlformats.org/drawingml/2006/main">
            <a:pPr>
              <a:defRPr sz="2250" b="0">
                <a:solidFill>
                  <a:srgbClr val="193F3B"/>
                </a:solidFill>
                <a:latin typeface="Arial"/>
                <a:ea typeface="Arial"/>
                <a:cs typeface="Arial"/>
              </a:defRPr>
            </a:pPr>
            <a:r>
              <a:rPr sz="2250" b="0">
                <a:solidFill>
                  <a:srgbClr val="193F3B"/>
                </a:solidFill>
                <a:latin typeface="Arial"/>
                <a:ea typeface="Arial"/>
                <a:cs typeface="Arial"/>
              </a:rPr>
              <a:t>aviation logbook records</a:t>
            </a:r>
          </a:p>
        </p:txBody>
      </p:sp>
      <p:sp>
        <p:nvSpPr>
          <p:cNvPr id="6" name="">
            <a:extLst xmlns:a="http://schemas.openxmlformats.org/drawingml/2006/main">
              <a:ext uri="{FF2B5EF4-FFF2-40B4-BE49-F238E27FC236}">
                <a16:creationId xmlns:a16="http://schemas.microsoft.com/office/drawing/2014/main" id="{EE5EDC66-39C1-4A27-8332-39CBB16FBD9D}"/>
              </a:ext>
            </a:extLst>
          </p:cNvPr>
          <p:cNvSpPr>
            <a:spLocks xmlns:a="http://schemas.openxmlformats.org/drawingml/2006/main" noGrp="1"/>
          </p:cNvSpPr>
          <p:nvPr/>
        </p:nvSpPr>
        <p:spPr>
          <a:xfrm xmlns:a="http://schemas.openxmlformats.org/drawingml/2006/main">
            <a:off x="666750" y="3667125"/>
            <a:ext cx="514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627C73"/>
                </a:solidFill>
                <a:latin typeface="Arial"/>
                <a:ea typeface="Arial"/>
                <a:cs typeface="Arial"/>
              </a:defRPr>
            </a:defPPr>
            <a:lvl1pPr>
              <a:defRPr sz="2025" b="0">
                <a:solidFill>
                  <a:srgbClr val="627C73"/>
                </a:solidFill>
                <a:latin typeface="Arial"/>
                <a:ea typeface="Arial"/>
                <a:cs typeface="Arial"/>
              </a:defRPr>
            </a:lvl1pPr>
            <a:lvl2pPr>
              <a:defRPr sz="2025" b="0">
                <a:solidFill>
                  <a:srgbClr val="627C73"/>
                </a:solidFill>
                <a:latin typeface="Arial"/>
                <a:ea typeface="Arial"/>
                <a:cs typeface="Arial"/>
              </a:defRPr>
            </a:lvl2pPr>
            <a:lvl3pPr>
              <a:defRPr sz="2025" b="0">
                <a:solidFill>
                  <a:srgbClr val="627C73"/>
                </a:solidFill>
                <a:latin typeface="Arial"/>
                <a:ea typeface="Arial"/>
                <a:cs typeface="Arial"/>
              </a:defRPr>
            </a:lvl3pPr>
            <a:lvl4pPr>
              <a:defRPr sz="2025" b="0">
                <a:solidFill>
                  <a:srgbClr val="627C73"/>
                </a:solidFill>
                <a:latin typeface="Arial"/>
                <a:ea typeface="Arial"/>
                <a:cs typeface="Arial"/>
              </a:defRPr>
            </a:lvl4pPr>
            <a:lvl5pPr>
              <a:defRPr sz="2025" b="0">
                <a:solidFill>
                  <a:srgbClr val="627C73"/>
                </a:solidFill>
                <a:latin typeface="Arial"/>
                <a:ea typeface="Arial"/>
                <a:cs typeface="Arial"/>
              </a:defRPr>
            </a:lvl5pPr>
            <a:lvl6pPr>
              <a:defRPr sz="2025" b="0">
                <a:solidFill>
                  <a:srgbClr val="627C73"/>
                </a:solidFill>
                <a:latin typeface="Arial"/>
                <a:ea typeface="Arial"/>
                <a:cs typeface="Arial"/>
              </a:defRPr>
            </a:lvl6pPr>
            <a:lvl7pPr>
              <a:defRPr sz="2025" b="0">
                <a:solidFill>
                  <a:srgbClr val="627C73"/>
                </a:solidFill>
                <a:latin typeface="Arial"/>
                <a:ea typeface="Arial"/>
                <a:cs typeface="Arial"/>
              </a:defRPr>
            </a:lvl7pPr>
            <a:lvl8pPr>
              <a:defRPr sz="2025" b="0">
                <a:solidFill>
                  <a:srgbClr val="627C73"/>
                </a:solidFill>
                <a:latin typeface="Arial"/>
                <a:ea typeface="Arial"/>
                <a:cs typeface="Arial"/>
              </a:defRPr>
            </a:lvl8pPr>
            <a:lvl9pPr>
              <a:defRPr sz="2025" b="0">
                <a:solidFill>
                  <a:srgbClr val="627C73"/>
                </a:solidFill>
                <a:latin typeface="Arial"/>
                <a:ea typeface="Arial"/>
                <a:cs typeface="Arial"/>
              </a:defRPr>
            </a:lvl9pPr>
          </a:lstStyle>
          <a:p xmlns:a="http://schemas.openxmlformats.org/drawingml/2006/main">
            <a:pPr>
              <a:defRPr sz="2025" b="0">
                <a:solidFill>
                  <a:srgbClr val="627C73"/>
                </a:solidFill>
                <a:latin typeface="Arial"/>
                <a:ea typeface="Arial"/>
                <a:cs typeface="Arial"/>
              </a:defRPr>
            </a:pPr>
            <a:r>
              <a:rPr sz="2025" b="0">
                <a:solidFill>
                  <a:srgbClr val="627C73"/>
                </a:solidFill>
                <a:latin typeface="Arial"/>
                <a:ea typeface="Arial"/>
                <a:cs typeface="Arial"/>
              </a:rPr>
              <a:t>Short entries contain abbreviations,</a:t>
            </a:r>
          </a:p>
          <a:p xmlns:a="http://schemas.openxmlformats.org/drawingml/2006/main">
            <a:pPr>
              <a:defRPr sz="2025" b="0">
                <a:solidFill>
                  <a:srgbClr val="627C73"/>
                </a:solidFill>
                <a:latin typeface="Arial"/>
                <a:ea typeface="Arial"/>
                <a:cs typeface="Arial"/>
              </a:defRPr>
            </a:pPr>
            <a:r>
              <a:rPr sz="2025" b="0">
                <a:solidFill>
                  <a:srgbClr val="627C73"/>
                </a:solidFill>
                <a:latin typeface="Arial"/>
                <a:ea typeface="Arial"/>
                <a:cs typeface="Arial"/>
              </a:rPr>
              <a:t>misspellings and incomplete context.</a:t>
            </a:r>
          </a:p>
        </p:txBody>
      </p:sp>
      <p:sp>
        <p:nvSpPr>
          <p:cNvPr id="7" name="">
            <a:extLst xmlns:a="http://schemas.openxmlformats.org/drawingml/2006/main">
              <a:ext uri="{FF2B5EF4-FFF2-40B4-BE49-F238E27FC236}">
                <a16:creationId xmlns:a16="http://schemas.microsoft.com/office/drawing/2014/main" id="{4923C633-5767-4DF6-8325-F7E382CC0127}"/>
              </a:ext>
            </a:extLst>
          </p:cNvPr>
          <p:cNvSpPr>
            <a:spLocks xmlns:a="http://schemas.openxmlformats.org/drawingml/2006/main" noGrp="1"/>
          </p:cNvSpPr>
          <p:nvPr/>
        </p:nvSpPr>
        <p:spPr>
          <a:xfrm xmlns:a="http://schemas.openxmlformats.org/drawingml/2006/main">
            <a:off x="666750" y="4953000"/>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627C73"/>
                </a:solidFill>
                <a:latin typeface="Arial"/>
                <a:ea typeface="Arial"/>
                <a:cs typeface="Arial"/>
              </a:defRPr>
            </a:defPPr>
            <a:lvl1pPr>
              <a:defRPr sz="2025" b="0">
                <a:solidFill>
                  <a:srgbClr val="627C73"/>
                </a:solidFill>
                <a:latin typeface="Arial"/>
                <a:ea typeface="Arial"/>
                <a:cs typeface="Arial"/>
              </a:defRPr>
            </a:lvl1pPr>
            <a:lvl2pPr>
              <a:defRPr sz="2025" b="0">
                <a:solidFill>
                  <a:srgbClr val="627C73"/>
                </a:solidFill>
                <a:latin typeface="Arial"/>
                <a:ea typeface="Arial"/>
                <a:cs typeface="Arial"/>
              </a:defRPr>
            </a:lvl2pPr>
            <a:lvl3pPr>
              <a:defRPr sz="2025" b="0">
                <a:solidFill>
                  <a:srgbClr val="627C73"/>
                </a:solidFill>
                <a:latin typeface="Arial"/>
                <a:ea typeface="Arial"/>
                <a:cs typeface="Arial"/>
              </a:defRPr>
            </a:lvl3pPr>
            <a:lvl4pPr>
              <a:defRPr sz="2025" b="0">
                <a:solidFill>
                  <a:srgbClr val="627C73"/>
                </a:solidFill>
                <a:latin typeface="Arial"/>
                <a:ea typeface="Arial"/>
                <a:cs typeface="Arial"/>
              </a:defRPr>
            </a:lvl4pPr>
            <a:lvl5pPr>
              <a:defRPr sz="2025" b="0">
                <a:solidFill>
                  <a:srgbClr val="627C73"/>
                </a:solidFill>
                <a:latin typeface="Arial"/>
                <a:ea typeface="Arial"/>
                <a:cs typeface="Arial"/>
              </a:defRPr>
            </a:lvl5pPr>
            <a:lvl6pPr>
              <a:defRPr sz="2025" b="0">
                <a:solidFill>
                  <a:srgbClr val="627C73"/>
                </a:solidFill>
                <a:latin typeface="Arial"/>
                <a:ea typeface="Arial"/>
                <a:cs typeface="Arial"/>
              </a:defRPr>
            </a:lvl6pPr>
            <a:lvl7pPr>
              <a:defRPr sz="2025" b="0">
                <a:solidFill>
                  <a:srgbClr val="627C73"/>
                </a:solidFill>
                <a:latin typeface="Arial"/>
                <a:ea typeface="Arial"/>
                <a:cs typeface="Arial"/>
              </a:defRPr>
            </a:lvl7pPr>
            <a:lvl8pPr>
              <a:defRPr sz="2025" b="0">
                <a:solidFill>
                  <a:srgbClr val="627C73"/>
                </a:solidFill>
                <a:latin typeface="Arial"/>
                <a:ea typeface="Arial"/>
                <a:cs typeface="Arial"/>
              </a:defRPr>
            </a:lvl8pPr>
            <a:lvl9pPr>
              <a:defRPr sz="2025" b="0">
                <a:solidFill>
                  <a:srgbClr val="627C73"/>
                </a:solidFill>
                <a:latin typeface="Arial"/>
                <a:ea typeface="Arial"/>
                <a:cs typeface="Arial"/>
              </a:defRPr>
            </a:lvl9pPr>
          </a:lstStyle>
          <a:p xmlns:a="http://schemas.openxmlformats.org/drawingml/2006/main">
            <a:pPr>
              <a:defRPr sz="2025" b="0">
                <a:solidFill>
                  <a:srgbClr val="627C73"/>
                </a:solidFill>
                <a:latin typeface="Arial"/>
                <a:ea typeface="Arial"/>
                <a:cs typeface="Arial"/>
              </a:defRPr>
            </a:pPr>
            <a:r>
              <a:rPr sz="2025" b="0">
                <a:solidFill>
                  <a:srgbClr val="627C73"/>
                </a:solidFill>
                <a:latin typeface="Arial"/>
                <a:ea typeface="Arial"/>
                <a:cs typeface="Arial"/>
              </a:rPr>
              <a:t>Similar wording can describe</a:t>
            </a:r>
          </a:p>
          <a:p xmlns:a="http://schemas.openxmlformats.org/drawingml/2006/main">
            <a:pPr>
              <a:defRPr sz="2025" b="0">
                <a:solidFill>
                  <a:srgbClr val="627C73"/>
                </a:solidFill>
                <a:latin typeface="Arial"/>
                <a:ea typeface="Arial"/>
                <a:cs typeface="Arial"/>
              </a:defRPr>
            </a:pPr>
            <a:r>
              <a:rPr sz="2025" b="0">
                <a:solidFill>
                  <a:srgbClr val="627C73"/>
                </a:solidFill>
                <a:latin typeface="Arial"/>
                <a:ea typeface="Arial"/>
                <a:cs typeface="Arial"/>
              </a:rPr>
              <a:t>different components or faults.</a:t>
            </a:r>
          </a:p>
        </p:txBody>
      </p:sp>
      <p:sp>
        <p:nvSpPr>
          <p:cNvPr id="8" name="">
            <a:extLst xmlns:a="http://schemas.openxmlformats.org/drawingml/2006/main">
              <a:ext uri="{FF2B5EF4-FFF2-40B4-BE49-F238E27FC236}">
                <a16:creationId xmlns:a16="http://schemas.microsoft.com/office/drawing/2014/main" id="{EA0359D7-342F-4FCA-B5AE-18ABEC41CF5E}"/>
              </a:ext>
            </a:extLst>
          </p:cNvPr>
          <p:cNvSpPr>
            <a:spLocks xmlns:a="http://schemas.openxmlformats.org/drawingml/2006/main" noGrp="1"/>
          </p:cNvSpPr>
          <p:nvPr/>
        </p:nvSpPr>
        <p:spPr>
          <a:xfrm xmlns:a="http://schemas.openxmlformats.org/drawingml/2006/main">
            <a:off x="7000875" y="2038350"/>
            <a:ext cx="438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627C73"/>
                </a:solidFill>
                <a:latin typeface="Arial"/>
                <a:ea typeface="Arial"/>
                <a:cs typeface="Arial"/>
              </a:defRPr>
            </a:defPPr>
            <a:lvl1pPr>
              <a:defRPr sz="1275" b="1">
                <a:solidFill>
                  <a:srgbClr val="627C73"/>
                </a:solidFill>
                <a:latin typeface="Arial"/>
                <a:ea typeface="Arial"/>
                <a:cs typeface="Arial"/>
              </a:defRPr>
            </a:lvl1pPr>
            <a:lvl2pPr>
              <a:defRPr sz="1275" b="1">
                <a:solidFill>
                  <a:srgbClr val="627C73"/>
                </a:solidFill>
                <a:latin typeface="Arial"/>
                <a:ea typeface="Arial"/>
                <a:cs typeface="Arial"/>
              </a:defRPr>
            </a:lvl2pPr>
            <a:lvl3pPr>
              <a:defRPr sz="1275" b="1">
                <a:solidFill>
                  <a:srgbClr val="627C73"/>
                </a:solidFill>
                <a:latin typeface="Arial"/>
                <a:ea typeface="Arial"/>
                <a:cs typeface="Arial"/>
              </a:defRPr>
            </a:lvl3pPr>
            <a:lvl4pPr>
              <a:defRPr sz="1275" b="1">
                <a:solidFill>
                  <a:srgbClr val="627C73"/>
                </a:solidFill>
                <a:latin typeface="Arial"/>
                <a:ea typeface="Arial"/>
                <a:cs typeface="Arial"/>
              </a:defRPr>
            </a:lvl4pPr>
            <a:lvl5pPr>
              <a:defRPr sz="1275" b="1">
                <a:solidFill>
                  <a:srgbClr val="627C73"/>
                </a:solidFill>
                <a:latin typeface="Arial"/>
                <a:ea typeface="Arial"/>
                <a:cs typeface="Arial"/>
              </a:defRPr>
            </a:lvl5pPr>
            <a:lvl6pPr>
              <a:defRPr sz="1275" b="1">
                <a:solidFill>
                  <a:srgbClr val="627C73"/>
                </a:solidFill>
                <a:latin typeface="Arial"/>
                <a:ea typeface="Arial"/>
                <a:cs typeface="Arial"/>
              </a:defRPr>
            </a:lvl6pPr>
            <a:lvl7pPr>
              <a:defRPr sz="1275" b="1">
                <a:solidFill>
                  <a:srgbClr val="627C73"/>
                </a:solidFill>
                <a:latin typeface="Arial"/>
                <a:ea typeface="Arial"/>
                <a:cs typeface="Arial"/>
              </a:defRPr>
            </a:lvl7pPr>
            <a:lvl8pPr>
              <a:defRPr sz="1275" b="1">
                <a:solidFill>
                  <a:srgbClr val="627C73"/>
                </a:solidFill>
                <a:latin typeface="Arial"/>
                <a:ea typeface="Arial"/>
                <a:cs typeface="Arial"/>
              </a:defRPr>
            </a:lvl8pPr>
            <a:lvl9pPr>
              <a:defRPr sz="1275" b="1">
                <a:solidFill>
                  <a:srgbClr val="627C73"/>
                </a:solidFill>
                <a:latin typeface="Arial"/>
                <a:ea typeface="Arial"/>
                <a:cs typeface="Arial"/>
              </a:defRPr>
            </a:lvl9pPr>
          </a:lstStyle>
          <a:p xmlns:a="http://schemas.openxmlformats.org/drawingml/2006/main">
            <a:pPr>
              <a:defRPr sz="1275" b="1">
                <a:solidFill>
                  <a:srgbClr val="627C73"/>
                </a:solidFill>
                <a:latin typeface="Arial"/>
                <a:ea typeface="Arial"/>
                <a:cs typeface="Arial"/>
              </a:defRPr>
            </a:pPr>
            <a:r>
              <a:rPr sz="1275" b="1">
                <a:solidFill>
                  <a:srgbClr val="627C73"/>
                </a:solidFill>
                <a:latin typeface="Arial"/>
                <a:ea typeface="Arial"/>
                <a:cs typeface="Arial"/>
              </a:rPr>
              <a:t>ILLUSTRATIVE LOG WORDING</a:t>
            </a:r>
          </a:p>
        </p:txBody>
      </p:sp>
      <p:sp>
        <p:nvSpPr>
          <p:cNvPr id="9" name="">
            <a:extLst xmlns:a="http://schemas.openxmlformats.org/drawingml/2006/main">
              <a:ext uri="{FF2B5EF4-FFF2-40B4-BE49-F238E27FC236}">
                <a16:creationId xmlns:a16="http://schemas.microsoft.com/office/drawing/2014/main" id="{031332F8-AAB6-4DDE-9E42-2F20B0698AC6}"/>
              </a:ext>
            </a:extLst>
          </p:cNvPr>
          <p:cNvSpPr>
            <a:spLocks xmlns:a="http://schemas.openxmlformats.org/drawingml/2006/main" noGrp="1"/>
          </p:cNvSpPr>
          <p:nvPr/>
        </p:nvSpPr>
        <p:spPr>
          <a:xfrm xmlns:a="http://schemas.openxmlformats.org/drawingml/2006/main">
            <a:off x="7000875" y="2581275"/>
            <a:ext cx="4476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93F3B"/>
                </a:solidFill>
                <a:latin typeface="Arial"/>
                <a:ea typeface="Arial"/>
                <a:cs typeface="Arial"/>
              </a:defRPr>
            </a:defPPr>
            <a:lvl1pPr>
              <a:defRPr sz="2850" b="1">
                <a:solidFill>
                  <a:srgbClr val="193F3B"/>
                </a:solidFill>
                <a:latin typeface="Arial"/>
                <a:ea typeface="Arial"/>
                <a:cs typeface="Arial"/>
              </a:defRPr>
            </a:lvl1pPr>
            <a:lvl2pPr>
              <a:defRPr sz="2850" b="1">
                <a:solidFill>
                  <a:srgbClr val="193F3B"/>
                </a:solidFill>
                <a:latin typeface="Arial"/>
                <a:ea typeface="Arial"/>
                <a:cs typeface="Arial"/>
              </a:defRPr>
            </a:lvl2pPr>
            <a:lvl3pPr>
              <a:defRPr sz="2850" b="1">
                <a:solidFill>
                  <a:srgbClr val="193F3B"/>
                </a:solidFill>
                <a:latin typeface="Arial"/>
                <a:ea typeface="Arial"/>
                <a:cs typeface="Arial"/>
              </a:defRPr>
            </a:lvl3pPr>
            <a:lvl4pPr>
              <a:defRPr sz="2850" b="1">
                <a:solidFill>
                  <a:srgbClr val="193F3B"/>
                </a:solidFill>
                <a:latin typeface="Arial"/>
                <a:ea typeface="Arial"/>
                <a:cs typeface="Arial"/>
              </a:defRPr>
            </a:lvl4pPr>
            <a:lvl5pPr>
              <a:defRPr sz="2850" b="1">
                <a:solidFill>
                  <a:srgbClr val="193F3B"/>
                </a:solidFill>
                <a:latin typeface="Arial"/>
                <a:ea typeface="Arial"/>
                <a:cs typeface="Arial"/>
              </a:defRPr>
            </a:lvl5pPr>
            <a:lvl6pPr>
              <a:defRPr sz="2850" b="1">
                <a:solidFill>
                  <a:srgbClr val="193F3B"/>
                </a:solidFill>
                <a:latin typeface="Arial"/>
                <a:ea typeface="Arial"/>
                <a:cs typeface="Arial"/>
              </a:defRPr>
            </a:lvl6pPr>
            <a:lvl7pPr>
              <a:defRPr sz="2850" b="1">
                <a:solidFill>
                  <a:srgbClr val="193F3B"/>
                </a:solidFill>
                <a:latin typeface="Arial"/>
                <a:ea typeface="Arial"/>
                <a:cs typeface="Arial"/>
              </a:defRPr>
            </a:lvl7pPr>
            <a:lvl8pPr>
              <a:defRPr sz="2850" b="1">
                <a:solidFill>
                  <a:srgbClr val="193F3B"/>
                </a:solidFill>
                <a:latin typeface="Arial"/>
                <a:ea typeface="Arial"/>
                <a:cs typeface="Arial"/>
              </a:defRPr>
            </a:lvl8pPr>
            <a:lvl9pPr>
              <a:defRPr sz="2850" b="1">
                <a:solidFill>
                  <a:srgbClr val="193F3B"/>
                </a:solidFill>
                <a:latin typeface="Arial"/>
                <a:ea typeface="Arial"/>
                <a:cs typeface="Arial"/>
              </a:defRPr>
            </a:lvl9pPr>
          </a:lstStyle>
          <a:p xmlns:a="http://schemas.openxmlformats.org/drawingml/2006/main">
            <a:pPr>
              <a:defRPr sz="2850" b="1">
                <a:solidFill>
                  <a:srgbClr val="193F3B"/>
                </a:solidFill>
                <a:latin typeface="Arial"/>
                <a:ea typeface="Arial"/>
                <a:cs typeface="Arial"/>
              </a:defRPr>
            </a:pPr>
            <a:r>
              <a:rPr sz="2850" b="1">
                <a:solidFill>
                  <a:srgbClr val="193F3B"/>
                </a:solidFill>
                <a:latin typeface="Arial"/>
                <a:ea typeface="Arial"/>
                <a:cs typeface="Arial"/>
              </a:rPr>
              <a:t>L/H ENG #2</a:t>
            </a:r>
          </a:p>
          <a:p xmlns:a="http://schemas.openxmlformats.org/drawingml/2006/main">
            <a:pPr>
              <a:defRPr sz="2850" b="1">
                <a:solidFill>
                  <a:srgbClr val="193F3B"/>
                </a:solidFill>
                <a:latin typeface="Arial"/>
                <a:ea typeface="Arial"/>
                <a:cs typeface="Arial"/>
              </a:defRPr>
            </a:pPr>
            <a:r>
              <a:rPr sz="2850" b="1">
                <a:solidFill>
                  <a:srgbClr val="193F3B"/>
                </a:solidFill>
                <a:latin typeface="Arial"/>
                <a:ea typeface="Arial"/>
                <a:cs typeface="Arial"/>
              </a:rPr>
              <a:t>INTAKE LEAKING.</a:t>
            </a:r>
          </a:p>
        </p:txBody>
      </p:sp>
      <p:sp>
        <p:nvSpPr>
          <p:cNvPr id="10" name="">
            <a:extLst xmlns:a="http://schemas.openxmlformats.org/drawingml/2006/main">
              <a:ext uri="{FF2B5EF4-FFF2-40B4-BE49-F238E27FC236}">
                <a16:creationId xmlns:a16="http://schemas.microsoft.com/office/drawing/2014/main" id="{F25593D9-4139-406C-A60C-EDD18C22064F}"/>
              </a:ext>
            </a:extLst>
          </p:cNvPr>
          <p:cNvSpPr>
            <a:spLocks xmlns:a="http://schemas.openxmlformats.org/drawingml/2006/main" noGrp="1"/>
          </p:cNvSpPr>
          <p:nvPr/>
        </p:nvSpPr>
        <p:spPr>
          <a:xfrm xmlns:a="http://schemas.openxmlformats.org/drawingml/2006/main">
            <a:off x="7000875" y="4438650"/>
            <a:ext cx="4381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627C73"/>
                </a:solidFill>
                <a:latin typeface="Arial"/>
                <a:ea typeface="Arial"/>
                <a:cs typeface="Arial"/>
              </a:defRPr>
            </a:defPPr>
            <a:lvl1pPr>
              <a:defRPr sz="2025" b="0">
                <a:solidFill>
                  <a:srgbClr val="627C73"/>
                </a:solidFill>
                <a:latin typeface="Arial"/>
                <a:ea typeface="Arial"/>
                <a:cs typeface="Arial"/>
              </a:defRPr>
            </a:lvl1pPr>
            <a:lvl2pPr>
              <a:defRPr sz="2025" b="0">
                <a:solidFill>
                  <a:srgbClr val="627C73"/>
                </a:solidFill>
                <a:latin typeface="Arial"/>
                <a:ea typeface="Arial"/>
                <a:cs typeface="Arial"/>
              </a:defRPr>
            </a:lvl2pPr>
            <a:lvl3pPr>
              <a:defRPr sz="2025" b="0">
                <a:solidFill>
                  <a:srgbClr val="627C73"/>
                </a:solidFill>
                <a:latin typeface="Arial"/>
                <a:ea typeface="Arial"/>
                <a:cs typeface="Arial"/>
              </a:defRPr>
            </a:lvl3pPr>
            <a:lvl4pPr>
              <a:defRPr sz="2025" b="0">
                <a:solidFill>
                  <a:srgbClr val="627C73"/>
                </a:solidFill>
                <a:latin typeface="Arial"/>
                <a:ea typeface="Arial"/>
                <a:cs typeface="Arial"/>
              </a:defRPr>
            </a:lvl4pPr>
            <a:lvl5pPr>
              <a:defRPr sz="2025" b="0">
                <a:solidFill>
                  <a:srgbClr val="627C73"/>
                </a:solidFill>
                <a:latin typeface="Arial"/>
                <a:ea typeface="Arial"/>
                <a:cs typeface="Arial"/>
              </a:defRPr>
            </a:lvl5pPr>
            <a:lvl6pPr>
              <a:defRPr sz="2025" b="0">
                <a:solidFill>
                  <a:srgbClr val="627C73"/>
                </a:solidFill>
                <a:latin typeface="Arial"/>
                <a:ea typeface="Arial"/>
                <a:cs typeface="Arial"/>
              </a:defRPr>
            </a:lvl6pPr>
            <a:lvl7pPr>
              <a:defRPr sz="2025" b="0">
                <a:solidFill>
                  <a:srgbClr val="627C73"/>
                </a:solidFill>
                <a:latin typeface="Arial"/>
                <a:ea typeface="Arial"/>
                <a:cs typeface="Arial"/>
              </a:defRPr>
            </a:lvl7pPr>
            <a:lvl8pPr>
              <a:defRPr sz="2025" b="0">
                <a:solidFill>
                  <a:srgbClr val="627C73"/>
                </a:solidFill>
                <a:latin typeface="Arial"/>
                <a:ea typeface="Arial"/>
                <a:cs typeface="Arial"/>
              </a:defRPr>
            </a:lvl8pPr>
            <a:lvl9pPr>
              <a:defRPr sz="2025" b="0">
                <a:solidFill>
                  <a:srgbClr val="627C73"/>
                </a:solidFill>
                <a:latin typeface="Arial"/>
                <a:ea typeface="Arial"/>
                <a:cs typeface="Arial"/>
              </a:defRPr>
            </a:lvl9pPr>
          </a:lstStyle>
          <a:p xmlns:a="http://schemas.openxmlformats.org/drawingml/2006/main">
            <a:pPr>
              <a:defRPr sz="2025" b="0">
                <a:solidFill>
                  <a:srgbClr val="627C73"/>
                </a:solidFill>
                <a:latin typeface="Arial"/>
                <a:ea typeface="Arial"/>
                <a:cs typeface="Arial"/>
              </a:defRPr>
            </a:pPr>
            <a:r>
              <a:rPr sz="2025" b="0">
                <a:solidFill>
                  <a:srgbClr val="627C73"/>
                </a:solidFill>
                <a:latin typeface="Arial"/>
                <a:ea typeface="Arial"/>
                <a:cs typeface="Arial"/>
              </a:rPr>
              <a:t>The challenge is finding useful precedent</a:t>
            </a:r>
          </a:p>
          <a:p xmlns:a="http://schemas.openxmlformats.org/drawingml/2006/main">
            <a:pPr>
              <a:defRPr sz="2025" b="0">
                <a:solidFill>
                  <a:srgbClr val="627C73"/>
                </a:solidFill>
                <a:latin typeface="Arial"/>
                <a:ea typeface="Arial"/>
                <a:cs typeface="Arial"/>
              </a:defRPr>
            </a:pPr>
            <a:r>
              <a:rPr sz="2025" b="0">
                <a:solidFill>
                  <a:srgbClr val="627C73"/>
                </a:solidFill>
                <a:latin typeface="Arial"/>
                <a:ea typeface="Arial"/>
                <a:cs typeface="Arial"/>
              </a:rPr>
              <a:t>and explaining exactly what it supports.</a:t>
            </a:r>
          </a:p>
        </p:txBody>
      </p:sp>
    </p:spTree>
    <p:extLst>
      <p:ext uri="{BB962C8B-B14F-4D97-AF65-F5344CB8AC3E}">
        <p14:creationId xmlns:p14="http://schemas.microsoft.com/office/powerpoint/2010/main" val="779540774"/>
      </p:ext>
    </p:extLst>
  </p:cSld>
</p:sld>
</file>

<file path=ppt/slides/slide3.xml><?xml version="1.0" encoding="utf-8"?>
<p:sld xmlns:p="http://schemas.openxmlformats.org/presentationml/2006/main">
  <p:cSld>
    <p:bg>
      <p:bgPr>
        <a:solidFill xmlns:a="http://schemas.openxmlformats.org/drawingml/2006/main">
          <a:srgbClr val="F3F7F5"/>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12F5D4F-D835-4AB6-A3B2-93CA5C0839F4}"/>
              </a:ext>
            </a:extLst>
          </p:cNvPr>
          <p:cNvSpPr>
            <a:spLocks xmlns:a="http://schemas.openxmlformats.org/drawingml/2006/main" noGrp="1"/>
          </p:cNvSpPr>
          <p:nvPr/>
        </p:nvSpPr>
        <p:spPr>
          <a:xfrm xmlns:a="http://schemas.openxmlformats.org/drawingml/2006/main">
            <a:off x="619125" y="5238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93F3B"/>
                </a:solidFill>
                <a:latin typeface="Arial"/>
                <a:ea typeface="Arial"/>
                <a:cs typeface="Arial"/>
              </a:defRPr>
            </a:defPPr>
            <a:lvl1pPr>
              <a:defRPr sz="3300" b="1">
                <a:solidFill>
                  <a:srgbClr val="193F3B"/>
                </a:solidFill>
                <a:latin typeface="Arial"/>
                <a:ea typeface="Arial"/>
                <a:cs typeface="Arial"/>
              </a:defRPr>
            </a:lvl1pPr>
            <a:lvl2pPr>
              <a:defRPr sz="3300" b="1">
                <a:solidFill>
                  <a:srgbClr val="193F3B"/>
                </a:solidFill>
                <a:latin typeface="Arial"/>
                <a:ea typeface="Arial"/>
                <a:cs typeface="Arial"/>
              </a:defRPr>
            </a:lvl2pPr>
            <a:lvl3pPr>
              <a:defRPr sz="3300" b="1">
                <a:solidFill>
                  <a:srgbClr val="193F3B"/>
                </a:solidFill>
                <a:latin typeface="Arial"/>
                <a:ea typeface="Arial"/>
                <a:cs typeface="Arial"/>
              </a:defRPr>
            </a:lvl3pPr>
            <a:lvl4pPr>
              <a:defRPr sz="3300" b="1">
                <a:solidFill>
                  <a:srgbClr val="193F3B"/>
                </a:solidFill>
                <a:latin typeface="Arial"/>
                <a:ea typeface="Arial"/>
                <a:cs typeface="Arial"/>
              </a:defRPr>
            </a:lvl4pPr>
            <a:lvl5pPr>
              <a:defRPr sz="3300" b="1">
                <a:solidFill>
                  <a:srgbClr val="193F3B"/>
                </a:solidFill>
                <a:latin typeface="Arial"/>
                <a:ea typeface="Arial"/>
                <a:cs typeface="Arial"/>
              </a:defRPr>
            </a:lvl5pPr>
            <a:lvl6pPr>
              <a:defRPr sz="3300" b="1">
                <a:solidFill>
                  <a:srgbClr val="193F3B"/>
                </a:solidFill>
                <a:latin typeface="Arial"/>
                <a:ea typeface="Arial"/>
                <a:cs typeface="Arial"/>
              </a:defRPr>
            </a:lvl6pPr>
            <a:lvl7pPr>
              <a:defRPr sz="3300" b="1">
                <a:solidFill>
                  <a:srgbClr val="193F3B"/>
                </a:solidFill>
                <a:latin typeface="Arial"/>
                <a:ea typeface="Arial"/>
                <a:cs typeface="Arial"/>
              </a:defRPr>
            </a:lvl7pPr>
            <a:lvl8pPr>
              <a:defRPr sz="3300" b="1">
                <a:solidFill>
                  <a:srgbClr val="193F3B"/>
                </a:solidFill>
                <a:latin typeface="Arial"/>
                <a:ea typeface="Arial"/>
                <a:cs typeface="Arial"/>
              </a:defRPr>
            </a:lvl8pPr>
            <a:lvl9pPr>
              <a:defRPr sz="3300" b="1">
                <a:solidFill>
                  <a:srgbClr val="193F3B"/>
                </a:solidFill>
                <a:latin typeface="Arial"/>
                <a:ea typeface="Arial"/>
                <a:cs typeface="Arial"/>
              </a:defRPr>
            </a:lvl9pPr>
          </a:lstStyle>
          <a:p xmlns:a="http://schemas.openxmlformats.org/drawingml/2006/main">
            <a:pPr>
              <a:defRPr sz="3300" b="1">
                <a:solidFill>
                  <a:srgbClr val="193F3B"/>
                </a:solidFill>
                <a:latin typeface="Arial"/>
                <a:ea typeface="Arial"/>
                <a:cs typeface="Arial"/>
              </a:defRPr>
            </a:pPr>
            <a:r>
              <a:rPr sz="3300" b="1">
                <a:solidFill>
                  <a:srgbClr val="193F3B"/>
                </a:solidFill>
                <a:latin typeface="Arial"/>
                <a:ea typeface="Arial"/>
                <a:cs typeface="Arial"/>
              </a:rPr>
              <a:t>Hybrid retrieval pipeline</a:t>
            </a:r>
          </a:p>
        </p:txBody>
      </p:sp>
      <p:sp>
        <p:nvSpPr>
          <p:cNvPr id="3" name="">
            <a:extLst xmlns:a="http://schemas.openxmlformats.org/drawingml/2006/main">
              <a:ext uri="{FF2B5EF4-FFF2-40B4-BE49-F238E27FC236}">
                <a16:creationId xmlns:a16="http://schemas.microsoft.com/office/drawing/2014/main" id="{3B03A273-8237-45A5-93F5-6AE7598BCE48}"/>
              </a:ext>
            </a:extLst>
          </p:cNvPr>
          <p:cNvSpPr>
            <a:spLocks xmlns:a="http://schemas.openxmlformats.org/drawingml/2006/main" noGrp="1"/>
          </p:cNvSpPr>
          <p:nvPr/>
        </p:nvSpPr>
        <p:spPr>
          <a:xfrm xmlns:a="http://schemas.openxmlformats.org/drawingml/2006/main">
            <a:off x="11191875" y="63627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8EA59A"/>
                </a:solidFill>
                <a:latin typeface="Arial"/>
                <a:ea typeface="Arial"/>
                <a:cs typeface="Arial"/>
              </a:defRPr>
            </a:defPPr>
            <a:lvl1pPr>
              <a:defRPr sz="1200" b="0">
                <a:solidFill>
                  <a:srgbClr val="8EA59A"/>
                </a:solidFill>
                <a:latin typeface="Arial"/>
                <a:ea typeface="Arial"/>
                <a:cs typeface="Arial"/>
              </a:defRPr>
            </a:lvl1pPr>
            <a:lvl2pPr>
              <a:defRPr sz="1200" b="0">
                <a:solidFill>
                  <a:srgbClr val="8EA59A"/>
                </a:solidFill>
                <a:latin typeface="Arial"/>
                <a:ea typeface="Arial"/>
                <a:cs typeface="Arial"/>
              </a:defRPr>
            </a:lvl2pPr>
            <a:lvl3pPr>
              <a:defRPr sz="1200" b="0">
                <a:solidFill>
                  <a:srgbClr val="8EA59A"/>
                </a:solidFill>
                <a:latin typeface="Arial"/>
                <a:ea typeface="Arial"/>
                <a:cs typeface="Arial"/>
              </a:defRPr>
            </a:lvl3pPr>
            <a:lvl4pPr>
              <a:defRPr sz="1200" b="0">
                <a:solidFill>
                  <a:srgbClr val="8EA59A"/>
                </a:solidFill>
                <a:latin typeface="Arial"/>
                <a:ea typeface="Arial"/>
                <a:cs typeface="Arial"/>
              </a:defRPr>
            </a:lvl4pPr>
            <a:lvl5pPr>
              <a:defRPr sz="1200" b="0">
                <a:solidFill>
                  <a:srgbClr val="8EA59A"/>
                </a:solidFill>
                <a:latin typeface="Arial"/>
                <a:ea typeface="Arial"/>
                <a:cs typeface="Arial"/>
              </a:defRPr>
            </a:lvl5pPr>
            <a:lvl6pPr>
              <a:defRPr sz="1200" b="0">
                <a:solidFill>
                  <a:srgbClr val="8EA59A"/>
                </a:solidFill>
                <a:latin typeface="Arial"/>
                <a:ea typeface="Arial"/>
                <a:cs typeface="Arial"/>
              </a:defRPr>
            </a:lvl6pPr>
            <a:lvl7pPr>
              <a:defRPr sz="1200" b="0">
                <a:solidFill>
                  <a:srgbClr val="8EA59A"/>
                </a:solidFill>
                <a:latin typeface="Arial"/>
                <a:ea typeface="Arial"/>
                <a:cs typeface="Arial"/>
              </a:defRPr>
            </a:lvl7pPr>
            <a:lvl8pPr>
              <a:defRPr sz="1200" b="0">
                <a:solidFill>
                  <a:srgbClr val="8EA59A"/>
                </a:solidFill>
                <a:latin typeface="Arial"/>
                <a:ea typeface="Arial"/>
                <a:cs typeface="Arial"/>
              </a:defRPr>
            </a:lvl8pPr>
            <a:lvl9pPr>
              <a:defRPr sz="1200" b="0">
                <a:solidFill>
                  <a:srgbClr val="8EA59A"/>
                </a:solidFill>
                <a:latin typeface="Arial"/>
                <a:ea typeface="Arial"/>
                <a:cs typeface="Arial"/>
              </a:defRPr>
            </a:lvl9pPr>
          </a:lstStyle>
          <a:p xmlns:a="http://schemas.openxmlformats.org/drawingml/2006/main">
            <a:pPr>
              <a:defRPr sz="1200" b="0">
                <a:solidFill>
                  <a:srgbClr val="8EA59A"/>
                </a:solidFill>
                <a:latin typeface="Arial"/>
                <a:ea typeface="Arial"/>
                <a:cs typeface="Arial"/>
              </a:defRPr>
            </a:pPr>
            <a:r>
              <a:rPr sz="1200" b="0">
                <a:solidFill>
                  <a:srgbClr val="8EA59A"/>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B81C9B2B-62E7-4C0F-9331-FFC7B5F3E186}"/>
              </a:ext>
            </a:extLst>
          </p:cNvPr>
          <p:cNvSpPr>
            <a:spLocks xmlns:a="http://schemas.openxmlformats.org/drawingml/2006/main" noGrp="1"/>
          </p:cNvSpPr>
          <p:nvPr/>
        </p:nvSpPr>
        <p:spPr>
          <a:xfrm xmlns:a="http://schemas.openxmlformats.org/drawingml/2006/main">
            <a:off x="638175" y="16668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1">
                <a:solidFill>
                  <a:srgbClr val="3C8C73"/>
                </a:solidFill>
                <a:latin typeface="Arial"/>
                <a:ea typeface="Arial"/>
                <a:cs typeface="Arial"/>
              </a:defRPr>
            </a:defPPr>
            <a:lvl1pPr>
              <a:defRPr sz="2475" b="1">
                <a:solidFill>
                  <a:srgbClr val="3C8C73"/>
                </a:solidFill>
                <a:latin typeface="Arial"/>
                <a:ea typeface="Arial"/>
                <a:cs typeface="Arial"/>
              </a:defRPr>
            </a:lvl1pPr>
            <a:lvl2pPr>
              <a:defRPr sz="2475" b="1">
                <a:solidFill>
                  <a:srgbClr val="3C8C73"/>
                </a:solidFill>
                <a:latin typeface="Arial"/>
                <a:ea typeface="Arial"/>
                <a:cs typeface="Arial"/>
              </a:defRPr>
            </a:lvl2pPr>
            <a:lvl3pPr>
              <a:defRPr sz="2475" b="1">
                <a:solidFill>
                  <a:srgbClr val="3C8C73"/>
                </a:solidFill>
                <a:latin typeface="Arial"/>
                <a:ea typeface="Arial"/>
                <a:cs typeface="Arial"/>
              </a:defRPr>
            </a:lvl3pPr>
            <a:lvl4pPr>
              <a:defRPr sz="2475" b="1">
                <a:solidFill>
                  <a:srgbClr val="3C8C73"/>
                </a:solidFill>
                <a:latin typeface="Arial"/>
                <a:ea typeface="Arial"/>
                <a:cs typeface="Arial"/>
              </a:defRPr>
            </a:lvl4pPr>
            <a:lvl5pPr>
              <a:defRPr sz="2475" b="1">
                <a:solidFill>
                  <a:srgbClr val="3C8C73"/>
                </a:solidFill>
                <a:latin typeface="Arial"/>
                <a:ea typeface="Arial"/>
                <a:cs typeface="Arial"/>
              </a:defRPr>
            </a:lvl5pPr>
            <a:lvl6pPr>
              <a:defRPr sz="2475" b="1">
                <a:solidFill>
                  <a:srgbClr val="3C8C73"/>
                </a:solidFill>
                <a:latin typeface="Arial"/>
                <a:ea typeface="Arial"/>
                <a:cs typeface="Arial"/>
              </a:defRPr>
            </a:lvl6pPr>
            <a:lvl7pPr>
              <a:defRPr sz="2475" b="1">
                <a:solidFill>
                  <a:srgbClr val="3C8C73"/>
                </a:solidFill>
                <a:latin typeface="Arial"/>
                <a:ea typeface="Arial"/>
                <a:cs typeface="Arial"/>
              </a:defRPr>
            </a:lvl7pPr>
            <a:lvl8pPr>
              <a:defRPr sz="2475" b="1">
                <a:solidFill>
                  <a:srgbClr val="3C8C73"/>
                </a:solidFill>
                <a:latin typeface="Arial"/>
                <a:ea typeface="Arial"/>
                <a:cs typeface="Arial"/>
              </a:defRPr>
            </a:lvl8pPr>
            <a:lvl9pPr>
              <a:defRPr sz="2475" b="1">
                <a:solidFill>
                  <a:srgbClr val="3C8C73"/>
                </a:solidFill>
                <a:latin typeface="Arial"/>
                <a:ea typeface="Arial"/>
                <a:cs typeface="Arial"/>
              </a:defRPr>
            </a:lvl9pPr>
          </a:lstStyle>
          <a:p xmlns:a="http://schemas.openxmlformats.org/drawingml/2006/main">
            <a:pPr>
              <a:defRPr sz="2475" b="1">
                <a:solidFill>
                  <a:srgbClr val="3C8C73"/>
                </a:solidFill>
                <a:latin typeface="Arial"/>
                <a:ea typeface="Arial"/>
                <a:cs typeface="Arial"/>
              </a:defRPr>
            </a:pPr>
            <a:r>
              <a:rPr sz="2475" b="1">
                <a:solidFill>
                  <a:srgbClr val="3C8C73"/>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BAACA9A7-014E-4B3B-83EA-FED56316F821}"/>
              </a:ext>
            </a:extLst>
          </p:cNvPr>
          <p:cNvSpPr>
            <a:spLocks xmlns:a="http://schemas.openxmlformats.org/drawingml/2006/main" noGrp="1"/>
          </p:cNvSpPr>
          <p:nvPr/>
        </p:nvSpPr>
        <p:spPr>
          <a:xfrm xmlns:a="http://schemas.openxmlformats.org/drawingml/2006/main">
            <a:off x="1485900" y="1666875"/>
            <a:ext cx="952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93F3B"/>
                </a:solidFill>
                <a:latin typeface="Arial"/>
                <a:ea typeface="Arial"/>
                <a:cs typeface="Arial"/>
              </a:defRPr>
            </a:defPPr>
            <a:lvl1pPr>
              <a:defRPr sz="2175" b="1">
                <a:solidFill>
                  <a:srgbClr val="193F3B"/>
                </a:solidFill>
                <a:latin typeface="Arial"/>
                <a:ea typeface="Arial"/>
                <a:cs typeface="Arial"/>
              </a:defRPr>
            </a:lvl1pPr>
            <a:lvl2pPr>
              <a:defRPr sz="2175" b="1">
                <a:solidFill>
                  <a:srgbClr val="193F3B"/>
                </a:solidFill>
                <a:latin typeface="Arial"/>
                <a:ea typeface="Arial"/>
                <a:cs typeface="Arial"/>
              </a:defRPr>
            </a:lvl2pPr>
            <a:lvl3pPr>
              <a:defRPr sz="2175" b="1">
                <a:solidFill>
                  <a:srgbClr val="193F3B"/>
                </a:solidFill>
                <a:latin typeface="Arial"/>
                <a:ea typeface="Arial"/>
                <a:cs typeface="Arial"/>
              </a:defRPr>
            </a:lvl3pPr>
            <a:lvl4pPr>
              <a:defRPr sz="2175" b="1">
                <a:solidFill>
                  <a:srgbClr val="193F3B"/>
                </a:solidFill>
                <a:latin typeface="Arial"/>
                <a:ea typeface="Arial"/>
                <a:cs typeface="Arial"/>
              </a:defRPr>
            </a:lvl4pPr>
            <a:lvl5pPr>
              <a:defRPr sz="2175" b="1">
                <a:solidFill>
                  <a:srgbClr val="193F3B"/>
                </a:solidFill>
                <a:latin typeface="Arial"/>
                <a:ea typeface="Arial"/>
                <a:cs typeface="Arial"/>
              </a:defRPr>
            </a:lvl5pPr>
            <a:lvl6pPr>
              <a:defRPr sz="2175" b="1">
                <a:solidFill>
                  <a:srgbClr val="193F3B"/>
                </a:solidFill>
                <a:latin typeface="Arial"/>
                <a:ea typeface="Arial"/>
                <a:cs typeface="Arial"/>
              </a:defRPr>
            </a:lvl6pPr>
            <a:lvl7pPr>
              <a:defRPr sz="2175" b="1">
                <a:solidFill>
                  <a:srgbClr val="193F3B"/>
                </a:solidFill>
                <a:latin typeface="Arial"/>
                <a:ea typeface="Arial"/>
                <a:cs typeface="Arial"/>
              </a:defRPr>
            </a:lvl7pPr>
            <a:lvl8pPr>
              <a:defRPr sz="2175" b="1">
                <a:solidFill>
                  <a:srgbClr val="193F3B"/>
                </a:solidFill>
                <a:latin typeface="Arial"/>
                <a:ea typeface="Arial"/>
                <a:cs typeface="Arial"/>
              </a:defRPr>
            </a:lvl8pPr>
            <a:lvl9pPr>
              <a:defRPr sz="2175" b="1">
                <a:solidFill>
                  <a:srgbClr val="193F3B"/>
                </a:solidFill>
                <a:latin typeface="Arial"/>
                <a:ea typeface="Arial"/>
                <a:cs typeface="Arial"/>
              </a:defRPr>
            </a:lvl9pPr>
          </a:lstStyle>
          <a:p xmlns:a="http://schemas.openxmlformats.org/drawingml/2006/main">
            <a:pPr>
              <a:defRPr sz="2175" b="1">
                <a:solidFill>
                  <a:srgbClr val="193F3B"/>
                </a:solidFill>
                <a:latin typeface="Arial"/>
                <a:ea typeface="Arial"/>
                <a:cs typeface="Arial"/>
              </a:defRPr>
            </a:pPr>
            <a:r>
              <a:rPr sz="2175" b="1">
                <a:solidFill>
                  <a:srgbClr val="193F3B"/>
                </a:solidFill>
                <a:latin typeface="Arial"/>
                <a:ea typeface="Arial"/>
                <a:cs typeface="Arial"/>
              </a:rPr>
              <a:t>Normalize the query</a:t>
            </a:r>
          </a:p>
        </p:txBody>
      </p:sp>
      <p:sp>
        <p:nvSpPr>
          <p:cNvPr id="6" name="">
            <a:extLst xmlns:a="http://schemas.openxmlformats.org/drawingml/2006/main">
              <a:ext uri="{FF2B5EF4-FFF2-40B4-BE49-F238E27FC236}">
                <a16:creationId xmlns:a16="http://schemas.microsoft.com/office/drawing/2014/main" id="{BCCABEEA-858E-49A5-B54F-A179EB239825}"/>
              </a:ext>
            </a:extLst>
          </p:cNvPr>
          <p:cNvSpPr>
            <a:spLocks xmlns:a="http://schemas.openxmlformats.org/drawingml/2006/main" noGrp="1"/>
          </p:cNvSpPr>
          <p:nvPr/>
        </p:nvSpPr>
        <p:spPr>
          <a:xfrm xmlns:a="http://schemas.openxmlformats.org/drawingml/2006/main">
            <a:off x="1485900" y="2095500"/>
            <a:ext cx="9858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27C73"/>
                </a:solidFill>
                <a:latin typeface="Arial"/>
                <a:ea typeface="Arial"/>
                <a:cs typeface="Arial"/>
              </a:defRPr>
            </a:defPPr>
            <a:lvl1pPr>
              <a:defRPr sz="1725" b="0">
                <a:solidFill>
                  <a:srgbClr val="627C73"/>
                </a:solidFill>
                <a:latin typeface="Arial"/>
                <a:ea typeface="Arial"/>
                <a:cs typeface="Arial"/>
              </a:defRPr>
            </a:lvl1pPr>
            <a:lvl2pPr>
              <a:defRPr sz="1725" b="0">
                <a:solidFill>
                  <a:srgbClr val="627C73"/>
                </a:solidFill>
                <a:latin typeface="Arial"/>
                <a:ea typeface="Arial"/>
                <a:cs typeface="Arial"/>
              </a:defRPr>
            </a:lvl2pPr>
            <a:lvl3pPr>
              <a:defRPr sz="1725" b="0">
                <a:solidFill>
                  <a:srgbClr val="627C73"/>
                </a:solidFill>
                <a:latin typeface="Arial"/>
                <a:ea typeface="Arial"/>
                <a:cs typeface="Arial"/>
              </a:defRPr>
            </a:lvl3pPr>
            <a:lvl4pPr>
              <a:defRPr sz="1725" b="0">
                <a:solidFill>
                  <a:srgbClr val="627C73"/>
                </a:solidFill>
                <a:latin typeface="Arial"/>
                <a:ea typeface="Arial"/>
                <a:cs typeface="Arial"/>
              </a:defRPr>
            </a:lvl4pPr>
            <a:lvl5pPr>
              <a:defRPr sz="1725" b="0">
                <a:solidFill>
                  <a:srgbClr val="627C73"/>
                </a:solidFill>
                <a:latin typeface="Arial"/>
                <a:ea typeface="Arial"/>
                <a:cs typeface="Arial"/>
              </a:defRPr>
            </a:lvl5pPr>
            <a:lvl6pPr>
              <a:defRPr sz="1725" b="0">
                <a:solidFill>
                  <a:srgbClr val="627C73"/>
                </a:solidFill>
                <a:latin typeface="Arial"/>
                <a:ea typeface="Arial"/>
                <a:cs typeface="Arial"/>
              </a:defRPr>
            </a:lvl6pPr>
            <a:lvl7pPr>
              <a:defRPr sz="1725" b="0">
                <a:solidFill>
                  <a:srgbClr val="627C73"/>
                </a:solidFill>
                <a:latin typeface="Arial"/>
                <a:ea typeface="Arial"/>
                <a:cs typeface="Arial"/>
              </a:defRPr>
            </a:lvl7pPr>
            <a:lvl8pPr>
              <a:defRPr sz="1725" b="0">
                <a:solidFill>
                  <a:srgbClr val="627C73"/>
                </a:solidFill>
                <a:latin typeface="Arial"/>
                <a:ea typeface="Arial"/>
                <a:cs typeface="Arial"/>
              </a:defRPr>
            </a:lvl8pPr>
            <a:lvl9pPr>
              <a:defRPr sz="1725" b="0">
                <a:solidFill>
                  <a:srgbClr val="627C73"/>
                </a:solidFill>
                <a:latin typeface="Arial"/>
                <a:ea typeface="Arial"/>
                <a:cs typeface="Arial"/>
              </a:defRPr>
            </a:lvl9pPr>
          </a:lstStyle>
          <a:p xmlns:a="http://schemas.openxmlformats.org/drawingml/2006/main">
            <a:pPr>
              <a:defRPr sz="1725" b="0">
                <a:solidFill>
                  <a:srgbClr val="627C73"/>
                </a:solidFill>
                <a:latin typeface="Arial"/>
                <a:ea typeface="Arial"/>
                <a:cs typeface="Arial"/>
              </a:defRPr>
            </a:pPr>
            <a:r>
              <a:rPr sz="1725" b="0">
                <a:solidFill>
                  <a:srgbClr val="627C73"/>
                </a:solidFill>
                <a:latin typeface="Arial"/>
                <a:ea typeface="Arial"/>
                <a:cs typeface="Arial"/>
              </a:rPr>
              <a:t>Expand shorthand while preserving numbers, side and negation.</a:t>
            </a:r>
          </a:p>
        </p:txBody>
      </p:sp>
      <p:sp>
        <p:nvSpPr>
          <p:cNvPr id="7" name="">
            <a:extLst xmlns:a="http://schemas.openxmlformats.org/drawingml/2006/main">
              <a:ext uri="{FF2B5EF4-FFF2-40B4-BE49-F238E27FC236}">
                <a16:creationId xmlns:a16="http://schemas.microsoft.com/office/drawing/2014/main" id="{C73061B5-02FD-4786-B393-48A4F340B753}"/>
              </a:ext>
            </a:extLst>
          </p:cNvPr>
          <p:cNvSpPr>
            <a:spLocks xmlns:a="http://schemas.openxmlformats.org/drawingml/2006/main" noGrp="1"/>
          </p:cNvSpPr>
          <p:nvPr/>
        </p:nvSpPr>
        <p:spPr>
          <a:xfrm xmlns:a="http://schemas.openxmlformats.org/drawingml/2006/main">
            <a:off x="638175" y="27432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1">
                <a:solidFill>
                  <a:srgbClr val="3C8C73"/>
                </a:solidFill>
                <a:latin typeface="Arial"/>
                <a:ea typeface="Arial"/>
                <a:cs typeface="Arial"/>
              </a:defRPr>
            </a:defPPr>
            <a:lvl1pPr>
              <a:defRPr sz="2475" b="1">
                <a:solidFill>
                  <a:srgbClr val="3C8C73"/>
                </a:solidFill>
                <a:latin typeface="Arial"/>
                <a:ea typeface="Arial"/>
                <a:cs typeface="Arial"/>
              </a:defRPr>
            </a:lvl1pPr>
            <a:lvl2pPr>
              <a:defRPr sz="2475" b="1">
                <a:solidFill>
                  <a:srgbClr val="3C8C73"/>
                </a:solidFill>
                <a:latin typeface="Arial"/>
                <a:ea typeface="Arial"/>
                <a:cs typeface="Arial"/>
              </a:defRPr>
            </a:lvl2pPr>
            <a:lvl3pPr>
              <a:defRPr sz="2475" b="1">
                <a:solidFill>
                  <a:srgbClr val="3C8C73"/>
                </a:solidFill>
                <a:latin typeface="Arial"/>
                <a:ea typeface="Arial"/>
                <a:cs typeface="Arial"/>
              </a:defRPr>
            </a:lvl3pPr>
            <a:lvl4pPr>
              <a:defRPr sz="2475" b="1">
                <a:solidFill>
                  <a:srgbClr val="3C8C73"/>
                </a:solidFill>
                <a:latin typeface="Arial"/>
                <a:ea typeface="Arial"/>
                <a:cs typeface="Arial"/>
              </a:defRPr>
            </a:lvl4pPr>
            <a:lvl5pPr>
              <a:defRPr sz="2475" b="1">
                <a:solidFill>
                  <a:srgbClr val="3C8C73"/>
                </a:solidFill>
                <a:latin typeface="Arial"/>
                <a:ea typeface="Arial"/>
                <a:cs typeface="Arial"/>
              </a:defRPr>
            </a:lvl5pPr>
            <a:lvl6pPr>
              <a:defRPr sz="2475" b="1">
                <a:solidFill>
                  <a:srgbClr val="3C8C73"/>
                </a:solidFill>
                <a:latin typeface="Arial"/>
                <a:ea typeface="Arial"/>
                <a:cs typeface="Arial"/>
              </a:defRPr>
            </a:lvl6pPr>
            <a:lvl7pPr>
              <a:defRPr sz="2475" b="1">
                <a:solidFill>
                  <a:srgbClr val="3C8C73"/>
                </a:solidFill>
                <a:latin typeface="Arial"/>
                <a:ea typeface="Arial"/>
                <a:cs typeface="Arial"/>
              </a:defRPr>
            </a:lvl7pPr>
            <a:lvl8pPr>
              <a:defRPr sz="2475" b="1">
                <a:solidFill>
                  <a:srgbClr val="3C8C73"/>
                </a:solidFill>
                <a:latin typeface="Arial"/>
                <a:ea typeface="Arial"/>
                <a:cs typeface="Arial"/>
              </a:defRPr>
            </a:lvl8pPr>
            <a:lvl9pPr>
              <a:defRPr sz="2475" b="1">
                <a:solidFill>
                  <a:srgbClr val="3C8C73"/>
                </a:solidFill>
                <a:latin typeface="Arial"/>
                <a:ea typeface="Arial"/>
                <a:cs typeface="Arial"/>
              </a:defRPr>
            </a:lvl9pPr>
          </a:lstStyle>
          <a:p xmlns:a="http://schemas.openxmlformats.org/drawingml/2006/main">
            <a:pPr>
              <a:defRPr sz="2475" b="1">
                <a:solidFill>
                  <a:srgbClr val="3C8C73"/>
                </a:solidFill>
                <a:latin typeface="Arial"/>
                <a:ea typeface="Arial"/>
                <a:cs typeface="Arial"/>
              </a:defRPr>
            </a:pPr>
            <a:r>
              <a:rPr sz="2475" b="1">
                <a:solidFill>
                  <a:srgbClr val="3C8C73"/>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AAD46BEE-17CF-453F-A8F6-53765CDB0FF7}"/>
              </a:ext>
            </a:extLst>
          </p:cNvPr>
          <p:cNvSpPr>
            <a:spLocks xmlns:a="http://schemas.openxmlformats.org/drawingml/2006/main" noGrp="1"/>
          </p:cNvSpPr>
          <p:nvPr/>
        </p:nvSpPr>
        <p:spPr>
          <a:xfrm xmlns:a="http://schemas.openxmlformats.org/drawingml/2006/main">
            <a:off x="1485900" y="2743200"/>
            <a:ext cx="952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93F3B"/>
                </a:solidFill>
                <a:latin typeface="Arial"/>
                <a:ea typeface="Arial"/>
                <a:cs typeface="Arial"/>
              </a:defRPr>
            </a:defPPr>
            <a:lvl1pPr>
              <a:defRPr sz="2175" b="1">
                <a:solidFill>
                  <a:srgbClr val="193F3B"/>
                </a:solidFill>
                <a:latin typeface="Arial"/>
                <a:ea typeface="Arial"/>
                <a:cs typeface="Arial"/>
              </a:defRPr>
            </a:lvl1pPr>
            <a:lvl2pPr>
              <a:defRPr sz="2175" b="1">
                <a:solidFill>
                  <a:srgbClr val="193F3B"/>
                </a:solidFill>
                <a:latin typeface="Arial"/>
                <a:ea typeface="Arial"/>
                <a:cs typeface="Arial"/>
              </a:defRPr>
            </a:lvl2pPr>
            <a:lvl3pPr>
              <a:defRPr sz="2175" b="1">
                <a:solidFill>
                  <a:srgbClr val="193F3B"/>
                </a:solidFill>
                <a:latin typeface="Arial"/>
                <a:ea typeface="Arial"/>
                <a:cs typeface="Arial"/>
              </a:defRPr>
            </a:lvl3pPr>
            <a:lvl4pPr>
              <a:defRPr sz="2175" b="1">
                <a:solidFill>
                  <a:srgbClr val="193F3B"/>
                </a:solidFill>
                <a:latin typeface="Arial"/>
                <a:ea typeface="Arial"/>
                <a:cs typeface="Arial"/>
              </a:defRPr>
            </a:lvl4pPr>
            <a:lvl5pPr>
              <a:defRPr sz="2175" b="1">
                <a:solidFill>
                  <a:srgbClr val="193F3B"/>
                </a:solidFill>
                <a:latin typeface="Arial"/>
                <a:ea typeface="Arial"/>
                <a:cs typeface="Arial"/>
              </a:defRPr>
            </a:lvl5pPr>
            <a:lvl6pPr>
              <a:defRPr sz="2175" b="1">
                <a:solidFill>
                  <a:srgbClr val="193F3B"/>
                </a:solidFill>
                <a:latin typeface="Arial"/>
                <a:ea typeface="Arial"/>
                <a:cs typeface="Arial"/>
              </a:defRPr>
            </a:lvl6pPr>
            <a:lvl7pPr>
              <a:defRPr sz="2175" b="1">
                <a:solidFill>
                  <a:srgbClr val="193F3B"/>
                </a:solidFill>
                <a:latin typeface="Arial"/>
                <a:ea typeface="Arial"/>
                <a:cs typeface="Arial"/>
              </a:defRPr>
            </a:lvl7pPr>
            <a:lvl8pPr>
              <a:defRPr sz="2175" b="1">
                <a:solidFill>
                  <a:srgbClr val="193F3B"/>
                </a:solidFill>
                <a:latin typeface="Arial"/>
                <a:ea typeface="Arial"/>
                <a:cs typeface="Arial"/>
              </a:defRPr>
            </a:lvl8pPr>
            <a:lvl9pPr>
              <a:defRPr sz="2175" b="1">
                <a:solidFill>
                  <a:srgbClr val="193F3B"/>
                </a:solidFill>
                <a:latin typeface="Arial"/>
                <a:ea typeface="Arial"/>
                <a:cs typeface="Arial"/>
              </a:defRPr>
            </a:lvl9pPr>
          </a:lstStyle>
          <a:p xmlns:a="http://schemas.openxmlformats.org/drawingml/2006/main">
            <a:pPr>
              <a:defRPr sz="2175" b="1">
                <a:solidFill>
                  <a:srgbClr val="193F3B"/>
                </a:solidFill>
                <a:latin typeface="Arial"/>
                <a:ea typeface="Arial"/>
                <a:cs typeface="Arial"/>
              </a:defRPr>
            </a:pPr>
            <a:r>
              <a:rPr sz="2175" b="1">
                <a:solidFill>
                  <a:srgbClr val="193F3B"/>
                </a:solidFill>
                <a:latin typeface="Arial"/>
                <a:ea typeface="Arial"/>
                <a:cs typeface="Arial"/>
              </a:rPr>
              <a:t>Search by words and meaning</a:t>
            </a:r>
          </a:p>
        </p:txBody>
      </p:sp>
      <p:sp>
        <p:nvSpPr>
          <p:cNvPr id="9" name="">
            <a:extLst xmlns:a="http://schemas.openxmlformats.org/drawingml/2006/main">
              <a:ext uri="{FF2B5EF4-FFF2-40B4-BE49-F238E27FC236}">
                <a16:creationId xmlns:a16="http://schemas.microsoft.com/office/drawing/2014/main" id="{1D6419EA-5C84-42E1-BB6F-26275F55D2D1}"/>
              </a:ext>
            </a:extLst>
          </p:cNvPr>
          <p:cNvSpPr>
            <a:spLocks xmlns:a="http://schemas.openxmlformats.org/drawingml/2006/main" noGrp="1"/>
          </p:cNvSpPr>
          <p:nvPr/>
        </p:nvSpPr>
        <p:spPr>
          <a:xfrm xmlns:a="http://schemas.openxmlformats.org/drawingml/2006/main">
            <a:off x="1485900" y="3171825"/>
            <a:ext cx="9858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27C73"/>
                </a:solidFill>
                <a:latin typeface="Arial"/>
                <a:ea typeface="Arial"/>
                <a:cs typeface="Arial"/>
              </a:defRPr>
            </a:defPPr>
            <a:lvl1pPr>
              <a:defRPr sz="1725" b="0">
                <a:solidFill>
                  <a:srgbClr val="627C73"/>
                </a:solidFill>
                <a:latin typeface="Arial"/>
                <a:ea typeface="Arial"/>
                <a:cs typeface="Arial"/>
              </a:defRPr>
            </a:lvl1pPr>
            <a:lvl2pPr>
              <a:defRPr sz="1725" b="0">
                <a:solidFill>
                  <a:srgbClr val="627C73"/>
                </a:solidFill>
                <a:latin typeface="Arial"/>
                <a:ea typeface="Arial"/>
                <a:cs typeface="Arial"/>
              </a:defRPr>
            </a:lvl2pPr>
            <a:lvl3pPr>
              <a:defRPr sz="1725" b="0">
                <a:solidFill>
                  <a:srgbClr val="627C73"/>
                </a:solidFill>
                <a:latin typeface="Arial"/>
                <a:ea typeface="Arial"/>
                <a:cs typeface="Arial"/>
              </a:defRPr>
            </a:lvl3pPr>
            <a:lvl4pPr>
              <a:defRPr sz="1725" b="0">
                <a:solidFill>
                  <a:srgbClr val="627C73"/>
                </a:solidFill>
                <a:latin typeface="Arial"/>
                <a:ea typeface="Arial"/>
                <a:cs typeface="Arial"/>
              </a:defRPr>
            </a:lvl4pPr>
            <a:lvl5pPr>
              <a:defRPr sz="1725" b="0">
                <a:solidFill>
                  <a:srgbClr val="627C73"/>
                </a:solidFill>
                <a:latin typeface="Arial"/>
                <a:ea typeface="Arial"/>
                <a:cs typeface="Arial"/>
              </a:defRPr>
            </a:lvl5pPr>
            <a:lvl6pPr>
              <a:defRPr sz="1725" b="0">
                <a:solidFill>
                  <a:srgbClr val="627C73"/>
                </a:solidFill>
                <a:latin typeface="Arial"/>
                <a:ea typeface="Arial"/>
                <a:cs typeface="Arial"/>
              </a:defRPr>
            </a:lvl6pPr>
            <a:lvl7pPr>
              <a:defRPr sz="1725" b="0">
                <a:solidFill>
                  <a:srgbClr val="627C73"/>
                </a:solidFill>
                <a:latin typeface="Arial"/>
                <a:ea typeface="Arial"/>
                <a:cs typeface="Arial"/>
              </a:defRPr>
            </a:lvl7pPr>
            <a:lvl8pPr>
              <a:defRPr sz="1725" b="0">
                <a:solidFill>
                  <a:srgbClr val="627C73"/>
                </a:solidFill>
                <a:latin typeface="Arial"/>
                <a:ea typeface="Arial"/>
                <a:cs typeface="Arial"/>
              </a:defRPr>
            </a:lvl8pPr>
            <a:lvl9pPr>
              <a:defRPr sz="1725" b="0">
                <a:solidFill>
                  <a:srgbClr val="627C73"/>
                </a:solidFill>
                <a:latin typeface="Arial"/>
                <a:ea typeface="Arial"/>
                <a:cs typeface="Arial"/>
              </a:defRPr>
            </a:lvl9pPr>
          </a:lstStyle>
          <a:p xmlns:a="http://schemas.openxmlformats.org/drawingml/2006/main">
            <a:pPr>
              <a:defRPr sz="1725" b="0">
                <a:solidFill>
                  <a:srgbClr val="627C73"/>
                </a:solidFill>
                <a:latin typeface="Arial"/>
                <a:ea typeface="Arial"/>
                <a:cs typeface="Arial"/>
              </a:defRPr>
            </a:pPr>
            <a:r>
              <a:rPr sz="1725" b="0">
                <a:solidFill>
                  <a:srgbClr val="627C73"/>
                </a:solidFill>
                <a:latin typeface="Arial"/>
                <a:ea typeface="Arial"/>
                <a:cs typeface="Arial"/>
              </a:rPr>
              <a:t>BM25 lexical search runs alongside BGE semantic embeddings.</a:t>
            </a:r>
          </a:p>
        </p:txBody>
      </p:sp>
      <p:sp>
        <p:nvSpPr>
          <p:cNvPr id="10" name="">
            <a:extLst xmlns:a="http://schemas.openxmlformats.org/drawingml/2006/main">
              <a:ext uri="{FF2B5EF4-FFF2-40B4-BE49-F238E27FC236}">
                <a16:creationId xmlns:a16="http://schemas.microsoft.com/office/drawing/2014/main" id="{60489521-6658-4C29-86F2-959789798615}"/>
              </a:ext>
            </a:extLst>
          </p:cNvPr>
          <p:cNvSpPr>
            <a:spLocks xmlns:a="http://schemas.openxmlformats.org/drawingml/2006/main" noGrp="1"/>
          </p:cNvSpPr>
          <p:nvPr/>
        </p:nvSpPr>
        <p:spPr>
          <a:xfrm xmlns:a="http://schemas.openxmlformats.org/drawingml/2006/main">
            <a:off x="638175" y="38195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1">
                <a:solidFill>
                  <a:srgbClr val="3C8C73"/>
                </a:solidFill>
                <a:latin typeface="Arial"/>
                <a:ea typeface="Arial"/>
                <a:cs typeface="Arial"/>
              </a:defRPr>
            </a:defPPr>
            <a:lvl1pPr>
              <a:defRPr sz="2475" b="1">
                <a:solidFill>
                  <a:srgbClr val="3C8C73"/>
                </a:solidFill>
                <a:latin typeface="Arial"/>
                <a:ea typeface="Arial"/>
                <a:cs typeface="Arial"/>
              </a:defRPr>
            </a:lvl1pPr>
            <a:lvl2pPr>
              <a:defRPr sz="2475" b="1">
                <a:solidFill>
                  <a:srgbClr val="3C8C73"/>
                </a:solidFill>
                <a:latin typeface="Arial"/>
                <a:ea typeface="Arial"/>
                <a:cs typeface="Arial"/>
              </a:defRPr>
            </a:lvl2pPr>
            <a:lvl3pPr>
              <a:defRPr sz="2475" b="1">
                <a:solidFill>
                  <a:srgbClr val="3C8C73"/>
                </a:solidFill>
                <a:latin typeface="Arial"/>
                <a:ea typeface="Arial"/>
                <a:cs typeface="Arial"/>
              </a:defRPr>
            </a:lvl3pPr>
            <a:lvl4pPr>
              <a:defRPr sz="2475" b="1">
                <a:solidFill>
                  <a:srgbClr val="3C8C73"/>
                </a:solidFill>
                <a:latin typeface="Arial"/>
                <a:ea typeface="Arial"/>
                <a:cs typeface="Arial"/>
              </a:defRPr>
            </a:lvl4pPr>
            <a:lvl5pPr>
              <a:defRPr sz="2475" b="1">
                <a:solidFill>
                  <a:srgbClr val="3C8C73"/>
                </a:solidFill>
                <a:latin typeface="Arial"/>
                <a:ea typeface="Arial"/>
                <a:cs typeface="Arial"/>
              </a:defRPr>
            </a:lvl5pPr>
            <a:lvl6pPr>
              <a:defRPr sz="2475" b="1">
                <a:solidFill>
                  <a:srgbClr val="3C8C73"/>
                </a:solidFill>
                <a:latin typeface="Arial"/>
                <a:ea typeface="Arial"/>
                <a:cs typeface="Arial"/>
              </a:defRPr>
            </a:lvl6pPr>
            <a:lvl7pPr>
              <a:defRPr sz="2475" b="1">
                <a:solidFill>
                  <a:srgbClr val="3C8C73"/>
                </a:solidFill>
                <a:latin typeface="Arial"/>
                <a:ea typeface="Arial"/>
                <a:cs typeface="Arial"/>
              </a:defRPr>
            </a:lvl7pPr>
            <a:lvl8pPr>
              <a:defRPr sz="2475" b="1">
                <a:solidFill>
                  <a:srgbClr val="3C8C73"/>
                </a:solidFill>
                <a:latin typeface="Arial"/>
                <a:ea typeface="Arial"/>
                <a:cs typeface="Arial"/>
              </a:defRPr>
            </a:lvl8pPr>
            <a:lvl9pPr>
              <a:defRPr sz="2475" b="1">
                <a:solidFill>
                  <a:srgbClr val="3C8C73"/>
                </a:solidFill>
                <a:latin typeface="Arial"/>
                <a:ea typeface="Arial"/>
                <a:cs typeface="Arial"/>
              </a:defRPr>
            </a:lvl9pPr>
          </a:lstStyle>
          <a:p xmlns:a="http://schemas.openxmlformats.org/drawingml/2006/main">
            <a:pPr>
              <a:defRPr sz="2475" b="1">
                <a:solidFill>
                  <a:srgbClr val="3C8C73"/>
                </a:solidFill>
                <a:latin typeface="Arial"/>
                <a:ea typeface="Arial"/>
                <a:cs typeface="Arial"/>
              </a:defRPr>
            </a:pPr>
            <a:r>
              <a:rPr sz="2475" b="1">
                <a:solidFill>
                  <a:srgbClr val="3C8C73"/>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B8C8A5CE-3B0B-412C-9A04-4646B8F327DE}"/>
              </a:ext>
            </a:extLst>
          </p:cNvPr>
          <p:cNvSpPr>
            <a:spLocks xmlns:a="http://schemas.openxmlformats.org/drawingml/2006/main" noGrp="1"/>
          </p:cNvSpPr>
          <p:nvPr/>
        </p:nvSpPr>
        <p:spPr>
          <a:xfrm xmlns:a="http://schemas.openxmlformats.org/drawingml/2006/main">
            <a:off x="1485900" y="3819525"/>
            <a:ext cx="952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93F3B"/>
                </a:solidFill>
                <a:latin typeface="Arial"/>
                <a:ea typeface="Arial"/>
                <a:cs typeface="Arial"/>
              </a:defRPr>
            </a:defPPr>
            <a:lvl1pPr>
              <a:defRPr sz="2175" b="1">
                <a:solidFill>
                  <a:srgbClr val="193F3B"/>
                </a:solidFill>
                <a:latin typeface="Arial"/>
                <a:ea typeface="Arial"/>
                <a:cs typeface="Arial"/>
              </a:defRPr>
            </a:lvl1pPr>
            <a:lvl2pPr>
              <a:defRPr sz="2175" b="1">
                <a:solidFill>
                  <a:srgbClr val="193F3B"/>
                </a:solidFill>
                <a:latin typeface="Arial"/>
                <a:ea typeface="Arial"/>
                <a:cs typeface="Arial"/>
              </a:defRPr>
            </a:lvl2pPr>
            <a:lvl3pPr>
              <a:defRPr sz="2175" b="1">
                <a:solidFill>
                  <a:srgbClr val="193F3B"/>
                </a:solidFill>
                <a:latin typeface="Arial"/>
                <a:ea typeface="Arial"/>
                <a:cs typeface="Arial"/>
              </a:defRPr>
            </a:lvl3pPr>
            <a:lvl4pPr>
              <a:defRPr sz="2175" b="1">
                <a:solidFill>
                  <a:srgbClr val="193F3B"/>
                </a:solidFill>
                <a:latin typeface="Arial"/>
                <a:ea typeface="Arial"/>
                <a:cs typeface="Arial"/>
              </a:defRPr>
            </a:lvl4pPr>
            <a:lvl5pPr>
              <a:defRPr sz="2175" b="1">
                <a:solidFill>
                  <a:srgbClr val="193F3B"/>
                </a:solidFill>
                <a:latin typeface="Arial"/>
                <a:ea typeface="Arial"/>
                <a:cs typeface="Arial"/>
              </a:defRPr>
            </a:lvl5pPr>
            <a:lvl6pPr>
              <a:defRPr sz="2175" b="1">
                <a:solidFill>
                  <a:srgbClr val="193F3B"/>
                </a:solidFill>
                <a:latin typeface="Arial"/>
                <a:ea typeface="Arial"/>
                <a:cs typeface="Arial"/>
              </a:defRPr>
            </a:lvl6pPr>
            <a:lvl7pPr>
              <a:defRPr sz="2175" b="1">
                <a:solidFill>
                  <a:srgbClr val="193F3B"/>
                </a:solidFill>
                <a:latin typeface="Arial"/>
                <a:ea typeface="Arial"/>
                <a:cs typeface="Arial"/>
              </a:defRPr>
            </a:lvl7pPr>
            <a:lvl8pPr>
              <a:defRPr sz="2175" b="1">
                <a:solidFill>
                  <a:srgbClr val="193F3B"/>
                </a:solidFill>
                <a:latin typeface="Arial"/>
                <a:ea typeface="Arial"/>
                <a:cs typeface="Arial"/>
              </a:defRPr>
            </a:lvl8pPr>
            <a:lvl9pPr>
              <a:defRPr sz="2175" b="1">
                <a:solidFill>
                  <a:srgbClr val="193F3B"/>
                </a:solidFill>
                <a:latin typeface="Arial"/>
                <a:ea typeface="Arial"/>
                <a:cs typeface="Arial"/>
              </a:defRPr>
            </a:lvl9pPr>
          </a:lstStyle>
          <a:p xmlns:a="http://schemas.openxmlformats.org/drawingml/2006/main">
            <a:pPr>
              <a:defRPr sz="2175" b="1">
                <a:solidFill>
                  <a:srgbClr val="193F3B"/>
                </a:solidFill>
                <a:latin typeface="Arial"/>
                <a:ea typeface="Arial"/>
                <a:cs typeface="Arial"/>
              </a:defRPr>
            </a:pPr>
            <a:r>
              <a:rPr sz="2175" b="1">
                <a:solidFill>
                  <a:srgbClr val="193F3B"/>
                </a:solidFill>
                <a:latin typeface="Arial"/>
                <a:ea typeface="Arial"/>
                <a:cs typeface="Arial"/>
              </a:rPr>
              <a:t>Fuse and compare results</a:t>
            </a:r>
          </a:p>
        </p:txBody>
      </p:sp>
      <p:sp>
        <p:nvSpPr>
          <p:cNvPr id="12" name="">
            <a:extLst xmlns:a="http://schemas.openxmlformats.org/drawingml/2006/main">
              <a:ext uri="{FF2B5EF4-FFF2-40B4-BE49-F238E27FC236}">
                <a16:creationId xmlns:a16="http://schemas.microsoft.com/office/drawing/2014/main" id="{D2A703F7-029F-4395-9525-25787D513332}"/>
              </a:ext>
            </a:extLst>
          </p:cNvPr>
          <p:cNvSpPr>
            <a:spLocks xmlns:a="http://schemas.openxmlformats.org/drawingml/2006/main" noGrp="1"/>
          </p:cNvSpPr>
          <p:nvPr/>
        </p:nvSpPr>
        <p:spPr>
          <a:xfrm xmlns:a="http://schemas.openxmlformats.org/drawingml/2006/main">
            <a:off x="1485900" y="4248150"/>
            <a:ext cx="9858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27C73"/>
                </a:solidFill>
                <a:latin typeface="Arial"/>
                <a:ea typeface="Arial"/>
                <a:cs typeface="Arial"/>
              </a:defRPr>
            </a:defPPr>
            <a:lvl1pPr>
              <a:defRPr sz="1725" b="0">
                <a:solidFill>
                  <a:srgbClr val="627C73"/>
                </a:solidFill>
                <a:latin typeface="Arial"/>
                <a:ea typeface="Arial"/>
                <a:cs typeface="Arial"/>
              </a:defRPr>
            </a:lvl1pPr>
            <a:lvl2pPr>
              <a:defRPr sz="1725" b="0">
                <a:solidFill>
                  <a:srgbClr val="627C73"/>
                </a:solidFill>
                <a:latin typeface="Arial"/>
                <a:ea typeface="Arial"/>
                <a:cs typeface="Arial"/>
              </a:defRPr>
            </a:lvl2pPr>
            <a:lvl3pPr>
              <a:defRPr sz="1725" b="0">
                <a:solidFill>
                  <a:srgbClr val="627C73"/>
                </a:solidFill>
                <a:latin typeface="Arial"/>
                <a:ea typeface="Arial"/>
                <a:cs typeface="Arial"/>
              </a:defRPr>
            </a:lvl3pPr>
            <a:lvl4pPr>
              <a:defRPr sz="1725" b="0">
                <a:solidFill>
                  <a:srgbClr val="627C73"/>
                </a:solidFill>
                <a:latin typeface="Arial"/>
                <a:ea typeface="Arial"/>
                <a:cs typeface="Arial"/>
              </a:defRPr>
            </a:lvl4pPr>
            <a:lvl5pPr>
              <a:defRPr sz="1725" b="0">
                <a:solidFill>
                  <a:srgbClr val="627C73"/>
                </a:solidFill>
                <a:latin typeface="Arial"/>
                <a:ea typeface="Arial"/>
                <a:cs typeface="Arial"/>
              </a:defRPr>
            </a:lvl5pPr>
            <a:lvl6pPr>
              <a:defRPr sz="1725" b="0">
                <a:solidFill>
                  <a:srgbClr val="627C73"/>
                </a:solidFill>
                <a:latin typeface="Arial"/>
                <a:ea typeface="Arial"/>
                <a:cs typeface="Arial"/>
              </a:defRPr>
            </a:lvl6pPr>
            <a:lvl7pPr>
              <a:defRPr sz="1725" b="0">
                <a:solidFill>
                  <a:srgbClr val="627C73"/>
                </a:solidFill>
                <a:latin typeface="Arial"/>
                <a:ea typeface="Arial"/>
                <a:cs typeface="Arial"/>
              </a:defRPr>
            </a:lvl7pPr>
            <a:lvl8pPr>
              <a:defRPr sz="1725" b="0">
                <a:solidFill>
                  <a:srgbClr val="627C73"/>
                </a:solidFill>
                <a:latin typeface="Arial"/>
                <a:ea typeface="Arial"/>
                <a:cs typeface="Arial"/>
              </a:defRPr>
            </a:lvl8pPr>
            <a:lvl9pPr>
              <a:defRPr sz="1725" b="0">
                <a:solidFill>
                  <a:srgbClr val="627C73"/>
                </a:solidFill>
                <a:latin typeface="Arial"/>
                <a:ea typeface="Arial"/>
                <a:cs typeface="Arial"/>
              </a:defRPr>
            </a:lvl9pPr>
          </a:lstStyle>
          <a:p xmlns:a="http://schemas.openxmlformats.org/drawingml/2006/main">
            <a:pPr>
              <a:defRPr sz="1725" b="0">
                <a:solidFill>
                  <a:srgbClr val="627C73"/>
                </a:solidFill>
                <a:latin typeface="Arial"/>
                <a:ea typeface="Arial"/>
                <a:cs typeface="Arial"/>
              </a:defRPr>
            </a:pPr>
            <a:r>
              <a:rPr sz="1725" b="0">
                <a:solidFill>
                  <a:srgbClr val="627C73"/>
                </a:solidFill>
                <a:latin typeface="Arial"/>
                <a:ea typeface="Arial"/>
                <a:cs typeface="Arial"/>
              </a:rPr>
              <a:t>Reciprocal Rank Fusion combines rankings. Compatibility checks</a:t>
            </a:r>
          </a:p>
          <a:p xmlns:a="http://schemas.openxmlformats.org/drawingml/2006/main">
            <a:pPr>
              <a:defRPr sz="1725" b="0">
                <a:solidFill>
                  <a:srgbClr val="627C73"/>
                </a:solidFill>
                <a:latin typeface="Arial"/>
                <a:ea typeface="Arial"/>
                <a:cs typeface="Arial"/>
              </a:defRPr>
            </a:pPr>
            <a:r>
              <a:rPr sz="1725" b="0">
                <a:solidFill>
                  <a:srgbClr val="627C73"/>
                </a:solidFill>
                <a:latin typeface="Arial"/>
                <a:ea typeface="Arial"/>
                <a:cs typeface="Arial"/>
              </a:rPr>
              <a:t>and duplicate grouping keep distinctions visible.</a:t>
            </a:r>
          </a:p>
        </p:txBody>
      </p:sp>
      <p:sp>
        <p:nvSpPr>
          <p:cNvPr id="13" name="">
            <a:extLst xmlns:a="http://schemas.openxmlformats.org/drawingml/2006/main">
              <a:ext uri="{FF2B5EF4-FFF2-40B4-BE49-F238E27FC236}">
                <a16:creationId xmlns:a16="http://schemas.microsoft.com/office/drawing/2014/main" id="{1B3725DD-E0A6-4412-80BF-B187FBFF7CB6}"/>
              </a:ext>
            </a:extLst>
          </p:cNvPr>
          <p:cNvSpPr>
            <a:spLocks xmlns:a="http://schemas.openxmlformats.org/drawingml/2006/main" noGrp="1"/>
          </p:cNvSpPr>
          <p:nvPr/>
        </p:nvSpPr>
        <p:spPr>
          <a:xfrm xmlns:a="http://schemas.openxmlformats.org/drawingml/2006/main">
            <a:off x="638175" y="48958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1">
                <a:solidFill>
                  <a:srgbClr val="3C8C73"/>
                </a:solidFill>
                <a:latin typeface="Arial"/>
                <a:ea typeface="Arial"/>
                <a:cs typeface="Arial"/>
              </a:defRPr>
            </a:defPPr>
            <a:lvl1pPr>
              <a:defRPr sz="2475" b="1">
                <a:solidFill>
                  <a:srgbClr val="3C8C73"/>
                </a:solidFill>
                <a:latin typeface="Arial"/>
                <a:ea typeface="Arial"/>
                <a:cs typeface="Arial"/>
              </a:defRPr>
            </a:lvl1pPr>
            <a:lvl2pPr>
              <a:defRPr sz="2475" b="1">
                <a:solidFill>
                  <a:srgbClr val="3C8C73"/>
                </a:solidFill>
                <a:latin typeface="Arial"/>
                <a:ea typeface="Arial"/>
                <a:cs typeface="Arial"/>
              </a:defRPr>
            </a:lvl2pPr>
            <a:lvl3pPr>
              <a:defRPr sz="2475" b="1">
                <a:solidFill>
                  <a:srgbClr val="3C8C73"/>
                </a:solidFill>
                <a:latin typeface="Arial"/>
                <a:ea typeface="Arial"/>
                <a:cs typeface="Arial"/>
              </a:defRPr>
            </a:lvl3pPr>
            <a:lvl4pPr>
              <a:defRPr sz="2475" b="1">
                <a:solidFill>
                  <a:srgbClr val="3C8C73"/>
                </a:solidFill>
                <a:latin typeface="Arial"/>
                <a:ea typeface="Arial"/>
                <a:cs typeface="Arial"/>
              </a:defRPr>
            </a:lvl4pPr>
            <a:lvl5pPr>
              <a:defRPr sz="2475" b="1">
                <a:solidFill>
                  <a:srgbClr val="3C8C73"/>
                </a:solidFill>
                <a:latin typeface="Arial"/>
                <a:ea typeface="Arial"/>
                <a:cs typeface="Arial"/>
              </a:defRPr>
            </a:lvl5pPr>
            <a:lvl6pPr>
              <a:defRPr sz="2475" b="1">
                <a:solidFill>
                  <a:srgbClr val="3C8C73"/>
                </a:solidFill>
                <a:latin typeface="Arial"/>
                <a:ea typeface="Arial"/>
                <a:cs typeface="Arial"/>
              </a:defRPr>
            </a:lvl6pPr>
            <a:lvl7pPr>
              <a:defRPr sz="2475" b="1">
                <a:solidFill>
                  <a:srgbClr val="3C8C73"/>
                </a:solidFill>
                <a:latin typeface="Arial"/>
                <a:ea typeface="Arial"/>
                <a:cs typeface="Arial"/>
              </a:defRPr>
            </a:lvl7pPr>
            <a:lvl8pPr>
              <a:defRPr sz="2475" b="1">
                <a:solidFill>
                  <a:srgbClr val="3C8C73"/>
                </a:solidFill>
                <a:latin typeface="Arial"/>
                <a:ea typeface="Arial"/>
                <a:cs typeface="Arial"/>
              </a:defRPr>
            </a:lvl8pPr>
            <a:lvl9pPr>
              <a:defRPr sz="2475" b="1">
                <a:solidFill>
                  <a:srgbClr val="3C8C73"/>
                </a:solidFill>
                <a:latin typeface="Arial"/>
                <a:ea typeface="Arial"/>
                <a:cs typeface="Arial"/>
              </a:defRPr>
            </a:lvl9pPr>
          </a:lstStyle>
          <a:p xmlns:a="http://schemas.openxmlformats.org/drawingml/2006/main">
            <a:pPr>
              <a:defRPr sz="2475" b="1">
                <a:solidFill>
                  <a:srgbClr val="3C8C73"/>
                </a:solidFill>
                <a:latin typeface="Arial"/>
                <a:ea typeface="Arial"/>
                <a:cs typeface="Arial"/>
              </a:defRPr>
            </a:pPr>
            <a:r>
              <a:rPr sz="2475" b="1">
                <a:solidFill>
                  <a:srgbClr val="3C8C73"/>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AC602EBB-1295-4776-801E-00EDF03546B3}"/>
              </a:ext>
            </a:extLst>
          </p:cNvPr>
          <p:cNvSpPr>
            <a:spLocks xmlns:a="http://schemas.openxmlformats.org/drawingml/2006/main" noGrp="1"/>
          </p:cNvSpPr>
          <p:nvPr/>
        </p:nvSpPr>
        <p:spPr>
          <a:xfrm xmlns:a="http://schemas.openxmlformats.org/drawingml/2006/main">
            <a:off x="1485900" y="4895850"/>
            <a:ext cx="952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93F3B"/>
                </a:solidFill>
                <a:latin typeface="Arial"/>
                <a:ea typeface="Arial"/>
                <a:cs typeface="Arial"/>
              </a:defRPr>
            </a:defPPr>
            <a:lvl1pPr>
              <a:defRPr sz="2175" b="1">
                <a:solidFill>
                  <a:srgbClr val="193F3B"/>
                </a:solidFill>
                <a:latin typeface="Arial"/>
                <a:ea typeface="Arial"/>
                <a:cs typeface="Arial"/>
              </a:defRPr>
            </a:lvl1pPr>
            <a:lvl2pPr>
              <a:defRPr sz="2175" b="1">
                <a:solidFill>
                  <a:srgbClr val="193F3B"/>
                </a:solidFill>
                <a:latin typeface="Arial"/>
                <a:ea typeface="Arial"/>
                <a:cs typeface="Arial"/>
              </a:defRPr>
            </a:lvl2pPr>
            <a:lvl3pPr>
              <a:defRPr sz="2175" b="1">
                <a:solidFill>
                  <a:srgbClr val="193F3B"/>
                </a:solidFill>
                <a:latin typeface="Arial"/>
                <a:ea typeface="Arial"/>
                <a:cs typeface="Arial"/>
              </a:defRPr>
            </a:lvl3pPr>
            <a:lvl4pPr>
              <a:defRPr sz="2175" b="1">
                <a:solidFill>
                  <a:srgbClr val="193F3B"/>
                </a:solidFill>
                <a:latin typeface="Arial"/>
                <a:ea typeface="Arial"/>
                <a:cs typeface="Arial"/>
              </a:defRPr>
            </a:lvl4pPr>
            <a:lvl5pPr>
              <a:defRPr sz="2175" b="1">
                <a:solidFill>
                  <a:srgbClr val="193F3B"/>
                </a:solidFill>
                <a:latin typeface="Arial"/>
                <a:ea typeface="Arial"/>
                <a:cs typeface="Arial"/>
              </a:defRPr>
            </a:lvl5pPr>
            <a:lvl6pPr>
              <a:defRPr sz="2175" b="1">
                <a:solidFill>
                  <a:srgbClr val="193F3B"/>
                </a:solidFill>
                <a:latin typeface="Arial"/>
                <a:ea typeface="Arial"/>
                <a:cs typeface="Arial"/>
              </a:defRPr>
            </a:lvl6pPr>
            <a:lvl7pPr>
              <a:defRPr sz="2175" b="1">
                <a:solidFill>
                  <a:srgbClr val="193F3B"/>
                </a:solidFill>
                <a:latin typeface="Arial"/>
                <a:ea typeface="Arial"/>
                <a:cs typeface="Arial"/>
              </a:defRPr>
            </a:lvl7pPr>
            <a:lvl8pPr>
              <a:defRPr sz="2175" b="1">
                <a:solidFill>
                  <a:srgbClr val="193F3B"/>
                </a:solidFill>
                <a:latin typeface="Arial"/>
                <a:ea typeface="Arial"/>
                <a:cs typeface="Arial"/>
              </a:defRPr>
            </a:lvl8pPr>
            <a:lvl9pPr>
              <a:defRPr sz="2175" b="1">
                <a:solidFill>
                  <a:srgbClr val="193F3B"/>
                </a:solidFill>
                <a:latin typeface="Arial"/>
                <a:ea typeface="Arial"/>
                <a:cs typeface="Arial"/>
              </a:defRPr>
            </a:lvl9pPr>
          </a:lstStyle>
          <a:p xmlns:a="http://schemas.openxmlformats.org/drawingml/2006/main">
            <a:pPr>
              <a:defRPr sz="2175" b="1">
                <a:solidFill>
                  <a:srgbClr val="193F3B"/>
                </a:solidFill>
                <a:latin typeface="Arial"/>
                <a:ea typeface="Arial"/>
                <a:cs typeface="Arial"/>
              </a:defRPr>
            </a:pPr>
            <a:r>
              <a:rPr sz="2175" b="1">
                <a:solidFill>
                  <a:srgbClr val="193F3B"/>
                </a:solidFill>
                <a:latin typeface="Arial"/>
                <a:ea typeface="Arial"/>
                <a:cs typeface="Arial"/>
              </a:rPr>
              <a:t>Fetch original records</a:t>
            </a:r>
          </a:p>
        </p:txBody>
      </p:sp>
      <p:sp>
        <p:nvSpPr>
          <p:cNvPr id="15" name="">
            <a:extLst xmlns:a="http://schemas.openxmlformats.org/drawingml/2006/main">
              <a:ext uri="{FF2B5EF4-FFF2-40B4-BE49-F238E27FC236}">
                <a16:creationId xmlns:a16="http://schemas.microsoft.com/office/drawing/2014/main" id="{BD194F2D-F31C-4021-B606-B42ACE9DE52A}"/>
              </a:ext>
            </a:extLst>
          </p:cNvPr>
          <p:cNvSpPr>
            <a:spLocks xmlns:a="http://schemas.openxmlformats.org/drawingml/2006/main" noGrp="1"/>
          </p:cNvSpPr>
          <p:nvPr/>
        </p:nvSpPr>
        <p:spPr>
          <a:xfrm xmlns:a="http://schemas.openxmlformats.org/drawingml/2006/main">
            <a:off x="1485900" y="5324475"/>
            <a:ext cx="9858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27C73"/>
                </a:solidFill>
                <a:latin typeface="Arial"/>
                <a:ea typeface="Arial"/>
                <a:cs typeface="Arial"/>
              </a:defRPr>
            </a:defPPr>
            <a:lvl1pPr>
              <a:defRPr sz="1725" b="0">
                <a:solidFill>
                  <a:srgbClr val="627C73"/>
                </a:solidFill>
                <a:latin typeface="Arial"/>
                <a:ea typeface="Arial"/>
                <a:cs typeface="Arial"/>
              </a:defRPr>
            </a:lvl1pPr>
            <a:lvl2pPr>
              <a:defRPr sz="1725" b="0">
                <a:solidFill>
                  <a:srgbClr val="627C73"/>
                </a:solidFill>
                <a:latin typeface="Arial"/>
                <a:ea typeface="Arial"/>
                <a:cs typeface="Arial"/>
              </a:defRPr>
            </a:lvl2pPr>
            <a:lvl3pPr>
              <a:defRPr sz="1725" b="0">
                <a:solidFill>
                  <a:srgbClr val="627C73"/>
                </a:solidFill>
                <a:latin typeface="Arial"/>
                <a:ea typeface="Arial"/>
                <a:cs typeface="Arial"/>
              </a:defRPr>
            </a:lvl3pPr>
            <a:lvl4pPr>
              <a:defRPr sz="1725" b="0">
                <a:solidFill>
                  <a:srgbClr val="627C73"/>
                </a:solidFill>
                <a:latin typeface="Arial"/>
                <a:ea typeface="Arial"/>
                <a:cs typeface="Arial"/>
              </a:defRPr>
            </a:lvl4pPr>
            <a:lvl5pPr>
              <a:defRPr sz="1725" b="0">
                <a:solidFill>
                  <a:srgbClr val="627C73"/>
                </a:solidFill>
                <a:latin typeface="Arial"/>
                <a:ea typeface="Arial"/>
                <a:cs typeface="Arial"/>
              </a:defRPr>
            </a:lvl5pPr>
            <a:lvl6pPr>
              <a:defRPr sz="1725" b="0">
                <a:solidFill>
                  <a:srgbClr val="627C73"/>
                </a:solidFill>
                <a:latin typeface="Arial"/>
                <a:ea typeface="Arial"/>
                <a:cs typeface="Arial"/>
              </a:defRPr>
            </a:lvl6pPr>
            <a:lvl7pPr>
              <a:defRPr sz="1725" b="0">
                <a:solidFill>
                  <a:srgbClr val="627C73"/>
                </a:solidFill>
                <a:latin typeface="Arial"/>
                <a:ea typeface="Arial"/>
                <a:cs typeface="Arial"/>
              </a:defRPr>
            </a:lvl7pPr>
            <a:lvl8pPr>
              <a:defRPr sz="1725" b="0">
                <a:solidFill>
                  <a:srgbClr val="627C73"/>
                </a:solidFill>
                <a:latin typeface="Arial"/>
                <a:ea typeface="Arial"/>
                <a:cs typeface="Arial"/>
              </a:defRPr>
            </a:lvl8pPr>
            <a:lvl9pPr>
              <a:defRPr sz="1725" b="0">
                <a:solidFill>
                  <a:srgbClr val="627C73"/>
                </a:solidFill>
                <a:latin typeface="Arial"/>
                <a:ea typeface="Arial"/>
                <a:cs typeface="Arial"/>
              </a:defRPr>
            </a:lvl9pPr>
          </a:lstStyle>
          <a:p xmlns:a="http://schemas.openxmlformats.org/drawingml/2006/main">
            <a:pPr>
              <a:defRPr sz="1725" b="0">
                <a:solidFill>
                  <a:srgbClr val="627C73"/>
                </a:solidFill>
                <a:latin typeface="Arial"/>
                <a:ea typeface="Arial"/>
                <a:cs typeface="Arial"/>
              </a:defRPr>
            </a:pPr>
            <a:r>
              <a:rPr sz="1725" b="0">
                <a:solidFill>
                  <a:srgbClr val="627C73"/>
                </a:solidFill>
                <a:latin typeface="Arial"/>
                <a:ea typeface="Arial"/>
                <a:cs typeface="Arial"/>
              </a:rPr>
              <a:t>Preserve corpus IDs, raw fields and source hashes.</a:t>
            </a:r>
          </a:p>
        </p:txBody>
      </p:sp>
      <p:sp>
        <p:nvSpPr>
          <p:cNvPr id="16" name="">
            <a:extLst xmlns:a="http://schemas.openxmlformats.org/drawingml/2006/main">
              <a:ext uri="{FF2B5EF4-FFF2-40B4-BE49-F238E27FC236}">
                <a16:creationId xmlns:a16="http://schemas.microsoft.com/office/drawing/2014/main" id="{1B20AB9B-9AA1-4E38-AA61-97ACA3CFFE97}"/>
              </a:ext>
            </a:extLst>
          </p:cNvPr>
          <p:cNvSpPr>
            <a:spLocks xmlns:a="http://schemas.openxmlformats.org/drawingml/2006/main" noGrp="1"/>
          </p:cNvSpPr>
          <p:nvPr/>
        </p:nvSpPr>
        <p:spPr>
          <a:xfrm xmlns:a="http://schemas.openxmlformats.org/drawingml/2006/main">
            <a:off x="1485900" y="6191250"/>
            <a:ext cx="914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3C8C73"/>
                </a:solidFill>
                <a:latin typeface="Arial"/>
                <a:ea typeface="Arial"/>
                <a:cs typeface="Arial"/>
              </a:defRPr>
            </a:defPPr>
            <a:lvl1pPr>
              <a:defRPr sz="1575" b="0">
                <a:solidFill>
                  <a:srgbClr val="3C8C73"/>
                </a:solidFill>
                <a:latin typeface="Arial"/>
                <a:ea typeface="Arial"/>
                <a:cs typeface="Arial"/>
              </a:defRPr>
            </a:lvl1pPr>
            <a:lvl2pPr>
              <a:defRPr sz="1575" b="0">
                <a:solidFill>
                  <a:srgbClr val="3C8C73"/>
                </a:solidFill>
                <a:latin typeface="Arial"/>
                <a:ea typeface="Arial"/>
                <a:cs typeface="Arial"/>
              </a:defRPr>
            </a:lvl2pPr>
            <a:lvl3pPr>
              <a:defRPr sz="1575" b="0">
                <a:solidFill>
                  <a:srgbClr val="3C8C73"/>
                </a:solidFill>
                <a:latin typeface="Arial"/>
                <a:ea typeface="Arial"/>
                <a:cs typeface="Arial"/>
              </a:defRPr>
            </a:lvl3pPr>
            <a:lvl4pPr>
              <a:defRPr sz="1575" b="0">
                <a:solidFill>
                  <a:srgbClr val="3C8C73"/>
                </a:solidFill>
                <a:latin typeface="Arial"/>
                <a:ea typeface="Arial"/>
                <a:cs typeface="Arial"/>
              </a:defRPr>
            </a:lvl4pPr>
            <a:lvl5pPr>
              <a:defRPr sz="1575" b="0">
                <a:solidFill>
                  <a:srgbClr val="3C8C73"/>
                </a:solidFill>
                <a:latin typeface="Arial"/>
                <a:ea typeface="Arial"/>
                <a:cs typeface="Arial"/>
              </a:defRPr>
            </a:lvl5pPr>
            <a:lvl6pPr>
              <a:defRPr sz="1575" b="0">
                <a:solidFill>
                  <a:srgbClr val="3C8C73"/>
                </a:solidFill>
                <a:latin typeface="Arial"/>
                <a:ea typeface="Arial"/>
                <a:cs typeface="Arial"/>
              </a:defRPr>
            </a:lvl6pPr>
            <a:lvl7pPr>
              <a:defRPr sz="1575" b="0">
                <a:solidFill>
                  <a:srgbClr val="3C8C73"/>
                </a:solidFill>
                <a:latin typeface="Arial"/>
                <a:ea typeface="Arial"/>
                <a:cs typeface="Arial"/>
              </a:defRPr>
            </a:lvl7pPr>
            <a:lvl8pPr>
              <a:defRPr sz="1575" b="0">
                <a:solidFill>
                  <a:srgbClr val="3C8C73"/>
                </a:solidFill>
                <a:latin typeface="Arial"/>
                <a:ea typeface="Arial"/>
                <a:cs typeface="Arial"/>
              </a:defRPr>
            </a:lvl8pPr>
            <a:lvl9pPr>
              <a:defRPr sz="1575" b="0">
                <a:solidFill>
                  <a:srgbClr val="3C8C73"/>
                </a:solidFill>
                <a:latin typeface="Arial"/>
                <a:ea typeface="Arial"/>
                <a:cs typeface="Arial"/>
              </a:defRPr>
            </a:lvl9pPr>
          </a:lstStyle>
          <a:p xmlns:a="http://schemas.openxmlformats.org/drawingml/2006/main">
            <a:pPr>
              <a:defRPr sz="1575" b="0">
                <a:solidFill>
                  <a:srgbClr val="3C8C73"/>
                </a:solidFill>
                <a:latin typeface="Arial"/>
                <a:ea typeface="Arial"/>
                <a:cs typeface="Arial"/>
              </a:defRPr>
            </a:pPr>
            <a:r>
              <a:rPr sz="1575" b="0">
                <a:solidFill>
                  <a:srgbClr val="3C8C73"/>
                </a:solidFill>
                <a:latin typeface="Arial"/>
                <a:ea typeface="Arial"/>
                <a:cs typeface="Arial"/>
              </a:rPr>
              <a:t>Storage: PostgreSQL + pgvector on Supabase</a:t>
            </a:r>
          </a:p>
        </p:txBody>
      </p:sp>
    </p:spTree>
    <p:extLst>
      <p:ext uri="{BB962C8B-B14F-4D97-AF65-F5344CB8AC3E}">
        <p14:creationId xmlns:p14="http://schemas.microsoft.com/office/powerpoint/2010/main" val="1911783275"/>
      </p:ext>
    </p:extLst>
  </p:cSld>
</p:sld>
</file>

<file path=ppt/slides/slide4.xml><?xml version="1.0" encoding="utf-8"?>
<p:sld xmlns:p="http://schemas.openxmlformats.org/presentationml/2006/main">
  <p:cSld>
    <p:bg>
      <p:bgPr>
        <a:solidFill xmlns:a="http://schemas.openxmlformats.org/drawingml/2006/main">
          <a:srgbClr val="112F3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49BB6F5-2AC0-47C9-990A-C1F4393E6F52}"/>
              </a:ext>
            </a:extLst>
          </p:cNvPr>
          <p:cNvSpPr>
            <a:spLocks xmlns:a="http://schemas.openxmlformats.org/drawingml/2006/main" noGrp="1"/>
          </p:cNvSpPr>
          <p:nvPr/>
        </p:nvSpPr>
        <p:spPr>
          <a:xfrm xmlns:a="http://schemas.openxmlformats.org/drawingml/2006/main">
            <a:off x="619125" y="5238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FFFFF"/>
                </a:solidFill>
                <a:latin typeface="Arial"/>
                <a:ea typeface="Arial"/>
                <a:cs typeface="Arial"/>
              </a:defRPr>
            </a:defPPr>
            <a:lvl1pPr>
              <a:defRPr sz="3300" b="1">
                <a:solidFill>
                  <a:srgbClr val="FFFFFF"/>
                </a:solidFill>
                <a:latin typeface="Arial"/>
                <a:ea typeface="Arial"/>
                <a:cs typeface="Arial"/>
              </a:defRPr>
            </a:lvl1pPr>
            <a:lvl2pPr>
              <a:defRPr sz="3300" b="1">
                <a:solidFill>
                  <a:srgbClr val="FFFFFF"/>
                </a:solidFill>
                <a:latin typeface="Arial"/>
                <a:ea typeface="Arial"/>
                <a:cs typeface="Arial"/>
              </a:defRPr>
            </a:lvl2pPr>
            <a:lvl3pPr>
              <a:defRPr sz="3300" b="1">
                <a:solidFill>
                  <a:srgbClr val="FFFFFF"/>
                </a:solidFill>
                <a:latin typeface="Arial"/>
                <a:ea typeface="Arial"/>
                <a:cs typeface="Arial"/>
              </a:defRPr>
            </a:lvl3pPr>
            <a:lvl4pPr>
              <a:defRPr sz="3300" b="1">
                <a:solidFill>
                  <a:srgbClr val="FFFFFF"/>
                </a:solidFill>
                <a:latin typeface="Arial"/>
                <a:ea typeface="Arial"/>
                <a:cs typeface="Arial"/>
              </a:defRPr>
            </a:lvl4pPr>
            <a:lvl5pPr>
              <a:defRPr sz="3300" b="1">
                <a:solidFill>
                  <a:srgbClr val="FFFFFF"/>
                </a:solidFill>
                <a:latin typeface="Arial"/>
                <a:ea typeface="Arial"/>
                <a:cs typeface="Arial"/>
              </a:defRPr>
            </a:lvl5pPr>
            <a:lvl6pPr>
              <a:defRPr sz="3300" b="1">
                <a:solidFill>
                  <a:srgbClr val="FFFFFF"/>
                </a:solidFill>
                <a:latin typeface="Arial"/>
                <a:ea typeface="Arial"/>
                <a:cs typeface="Arial"/>
              </a:defRPr>
            </a:lvl6pPr>
            <a:lvl7pPr>
              <a:defRPr sz="3300" b="1">
                <a:solidFill>
                  <a:srgbClr val="FFFFFF"/>
                </a:solidFill>
                <a:latin typeface="Arial"/>
                <a:ea typeface="Arial"/>
                <a:cs typeface="Arial"/>
              </a:defRPr>
            </a:lvl7pPr>
            <a:lvl8pPr>
              <a:defRPr sz="3300" b="1">
                <a:solidFill>
                  <a:srgbClr val="FFFFFF"/>
                </a:solidFill>
                <a:latin typeface="Arial"/>
                <a:ea typeface="Arial"/>
                <a:cs typeface="Arial"/>
              </a:defRPr>
            </a:lvl8pPr>
            <a:lvl9pPr>
              <a:defRPr sz="3300" b="1">
                <a:solidFill>
                  <a:srgbClr val="FFFFFF"/>
                </a:solidFill>
                <a:latin typeface="Arial"/>
                <a:ea typeface="Arial"/>
                <a:cs typeface="Arial"/>
              </a:defRPr>
            </a:lvl9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The agent answers from fetched evidence</a:t>
            </a:r>
          </a:p>
        </p:txBody>
      </p:sp>
      <p:sp>
        <p:nvSpPr>
          <p:cNvPr id="3" name="">
            <a:extLst xmlns:a="http://schemas.openxmlformats.org/drawingml/2006/main">
              <a:ext uri="{FF2B5EF4-FFF2-40B4-BE49-F238E27FC236}">
                <a16:creationId xmlns:a16="http://schemas.microsoft.com/office/drawing/2014/main" id="{692FFE61-ECE4-42C4-B253-6CBCEE38A922}"/>
              </a:ext>
            </a:extLst>
          </p:cNvPr>
          <p:cNvSpPr>
            <a:spLocks xmlns:a="http://schemas.openxmlformats.org/drawingml/2006/main" noGrp="1"/>
          </p:cNvSpPr>
          <p:nvPr/>
        </p:nvSpPr>
        <p:spPr>
          <a:xfrm xmlns:a="http://schemas.openxmlformats.org/drawingml/2006/main">
            <a:off x="11191875" y="63627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92B1A4"/>
                </a:solidFill>
                <a:latin typeface="Arial"/>
                <a:ea typeface="Arial"/>
                <a:cs typeface="Arial"/>
              </a:defRPr>
            </a:defPPr>
            <a:lvl1pPr>
              <a:defRPr sz="1200" b="0">
                <a:solidFill>
                  <a:srgbClr val="92B1A4"/>
                </a:solidFill>
                <a:latin typeface="Arial"/>
                <a:ea typeface="Arial"/>
                <a:cs typeface="Arial"/>
              </a:defRPr>
            </a:lvl1pPr>
            <a:lvl2pPr>
              <a:defRPr sz="1200" b="0">
                <a:solidFill>
                  <a:srgbClr val="92B1A4"/>
                </a:solidFill>
                <a:latin typeface="Arial"/>
                <a:ea typeface="Arial"/>
                <a:cs typeface="Arial"/>
              </a:defRPr>
            </a:lvl2pPr>
            <a:lvl3pPr>
              <a:defRPr sz="1200" b="0">
                <a:solidFill>
                  <a:srgbClr val="92B1A4"/>
                </a:solidFill>
                <a:latin typeface="Arial"/>
                <a:ea typeface="Arial"/>
                <a:cs typeface="Arial"/>
              </a:defRPr>
            </a:lvl3pPr>
            <a:lvl4pPr>
              <a:defRPr sz="1200" b="0">
                <a:solidFill>
                  <a:srgbClr val="92B1A4"/>
                </a:solidFill>
                <a:latin typeface="Arial"/>
                <a:ea typeface="Arial"/>
                <a:cs typeface="Arial"/>
              </a:defRPr>
            </a:lvl4pPr>
            <a:lvl5pPr>
              <a:defRPr sz="1200" b="0">
                <a:solidFill>
                  <a:srgbClr val="92B1A4"/>
                </a:solidFill>
                <a:latin typeface="Arial"/>
                <a:ea typeface="Arial"/>
                <a:cs typeface="Arial"/>
              </a:defRPr>
            </a:lvl5pPr>
            <a:lvl6pPr>
              <a:defRPr sz="1200" b="0">
                <a:solidFill>
                  <a:srgbClr val="92B1A4"/>
                </a:solidFill>
                <a:latin typeface="Arial"/>
                <a:ea typeface="Arial"/>
                <a:cs typeface="Arial"/>
              </a:defRPr>
            </a:lvl6pPr>
            <a:lvl7pPr>
              <a:defRPr sz="1200" b="0">
                <a:solidFill>
                  <a:srgbClr val="92B1A4"/>
                </a:solidFill>
                <a:latin typeface="Arial"/>
                <a:ea typeface="Arial"/>
                <a:cs typeface="Arial"/>
              </a:defRPr>
            </a:lvl7pPr>
            <a:lvl8pPr>
              <a:defRPr sz="1200" b="0">
                <a:solidFill>
                  <a:srgbClr val="92B1A4"/>
                </a:solidFill>
                <a:latin typeface="Arial"/>
                <a:ea typeface="Arial"/>
                <a:cs typeface="Arial"/>
              </a:defRPr>
            </a:lvl8pPr>
            <a:lvl9pPr>
              <a:defRPr sz="1200" b="0">
                <a:solidFill>
                  <a:srgbClr val="92B1A4"/>
                </a:solidFill>
                <a:latin typeface="Arial"/>
                <a:ea typeface="Arial"/>
                <a:cs typeface="Arial"/>
              </a:defRPr>
            </a:lvl9pPr>
          </a:lstStyle>
          <a:p xmlns:a="http://schemas.openxmlformats.org/drawingml/2006/main">
            <a:pPr>
              <a:defRPr sz="1200" b="0">
                <a:solidFill>
                  <a:srgbClr val="92B1A4"/>
                </a:solidFill>
                <a:latin typeface="Arial"/>
                <a:ea typeface="Arial"/>
                <a:cs typeface="Arial"/>
              </a:defRPr>
            </a:pPr>
            <a:r>
              <a:rPr sz="1200" b="0">
                <a:solidFill>
                  <a:srgbClr val="92B1A4"/>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1FEDA65F-012F-4678-9F54-2780C5A81995}"/>
              </a:ext>
            </a:extLst>
          </p:cNvPr>
          <p:cNvSpPr>
            <a:spLocks xmlns:a="http://schemas.openxmlformats.org/drawingml/2006/main" noGrp="1"/>
          </p:cNvSpPr>
          <p:nvPr/>
        </p:nvSpPr>
        <p:spPr>
          <a:xfrm xmlns:a="http://schemas.openxmlformats.org/drawingml/2006/main">
            <a:off x="666750" y="1876425"/>
            <a:ext cx="438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97CAB5"/>
                </a:solidFill>
                <a:latin typeface="Arial"/>
                <a:ea typeface="Arial"/>
                <a:cs typeface="Arial"/>
              </a:defRPr>
            </a:defPPr>
            <a:lvl1pPr>
              <a:defRPr sz="2250" b="1">
                <a:solidFill>
                  <a:srgbClr val="97CAB5"/>
                </a:solidFill>
                <a:latin typeface="Arial"/>
                <a:ea typeface="Arial"/>
                <a:cs typeface="Arial"/>
              </a:defRPr>
            </a:lvl1pPr>
            <a:lvl2pPr>
              <a:defRPr sz="2250" b="1">
                <a:solidFill>
                  <a:srgbClr val="97CAB5"/>
                </a:solidFill>
                <a:latin typeface="Arial"/>
                <a:ea typeface="Arial"/>
                <a:cs typeface="Arial"/>
              </a:defRPr>
            </a:lvl2pPr>
            <a:lvl3pPr>
              <a:defRPr sz="2250" b="1">
                <a:solidFill>
                  <a:srgbClr val="97CAB5"/>
                </a:solidFill>
                <a:latin typeface="Arial"/>
                <a:ea typeface="Arial"/>
                <a:cs typeface="Arial"/>
              </a:defRPr>
            </a:lvl3pPr>
            <a:lvl4pPr>
              <a:defRPr sz="2250" b="1">
                <a:solidFill>
                  <a:srgbClr val="97CAB5"/>
                </a:solidFill>
                <a:latin typeface="Arial"/>
                <a:ea typeface="Arial"/>
                <a:cs typeface="Arial"/>
              </a:defRPr>
            </a:lvl4pPr>
            <a:lvl5pPr>
              <a:defRPr sz="2250" b="1">
                <a:solidFill>
                  <a:srgbClr val="97CAB5"/>
                </a:solidFill>
                <a:latin typeface="Arial"/>
                <a:ea typeface="Arial"/>
                <a:cs typeface="Arial"/>
              </a:defRPr>
            </a:lvl5pPr>
            <a:lvl6pPr>
              <a:defRPr sz="2250" b="1">
                <a:solidFill>
                  <a:srgbClr val="97CAB5"/>
                </a:solidFill>
                <a:latin typeface="Arial"/>
                <a:ea typeface="Arial"/>
                <a:cs typeface="Arial"/>
              </a:defRPr>
            </a:lvl6pPr>
            <a:lvl7pPr>
              <a:defRPr sz="2250" b="1">
                <a:solidFill>
                  <a:srgbClr val="97CAB5"/>
                </a:solidFill>
                <a:latin typeface="Arial"/>
                <a:ea typeface="Arial"/>
                <a:cs typeface="Arial"/>
              </a:defRPr>
            </a:lvl7pPr>
            <a:lvl8pPr>
              <a:defRPr sz="2250" b="1">
                <a:solidFill>
                  <a:srgbClr val="97CAB5"/>
                </a:solidFill>
                <a:latin typeface="Arial"/>
                <a:ea typeface="Arial"/>
                <a:cs typeface="Arial"/>
              </a:defRPr>
            </a:lvl8pPr>
            <a:lvl9pPr>
              <a:defRPr sz="2250" b="1">
                <a:solidFill>
                  <a:srgbClr val="97CAB5"/>
                </a:solidFill>
                <a:latin typeface="Arial"/>
                <a:ea typeface="Arial"/>
                <a:cs typeface="Arial"/>
              </a:defRPr>
            </a:lvl9pPr>
          </a:lstStyle>
          <a:p xmlns:a="http://schemas.openxmlformats.org/drawingml/2006/main">
            <a:pPr>
              <a:defRPr sz="2250" b="1">
                <a:solidFill>
                  <a:srgbClr val="97CAB5"/>
                </a:solidFill>
                <a:latin typeface="Arial"/>
                <a:ea typeface="Arial"/>
                <a:cs typeface="Arial"/>
              </a:defRPr>
            </a:pPr>
            <a:r>
              <a:rPr sz="2250" b="1">
                <a:solidFill>
                  <a:srgbClr val="97CAB5"/>
                </a:solidFill>
                <a:latin typeface="Arial"/>
                <a:ea typeface="Arial"/>
                <a:cs typeface="Arial"/>
              </a:rPr>
              <a:t>Tool use</a:t>
            </a:r>
          </a:p>
        </p:txBody>
      </p:sp>
      <p:sp>
        <p:nvSpPr>
          <p:cNvPr id="5" name="">
            <a:extLst xmlns:a="http://schemas.openxmlformats.org/drawingml/2006/main">
              <a:ext uri="{FF2B5EF4-FFF2-40B4-BE49-F238E27FC236}">
                <a16:creationId xmlns:a16="http://schemas.microsoft.com/office/drawing/2014/main" id="{65348832-C416-4DC6-B385-63501DF3ABED}"/>
              </a:ext>
            </a:extLst>
          </p:cNvPr>
          <p:cNvSpPr>
            <a:spLocks xmlns:a="http://schemas.openxmlformats.org/drawingml/2006/main" noGrp="1"/>
          </p:cNvSpPr>
          <p:nvPr/>
        </p:nvSpPr>
        <p:spPr>
          <a:xfrm xmlns:a="http://schemas.openxmlformats.org/drawingml/2006/main">
            <a:off x="666750" y="2571750"/>
            <a:ext cx="4762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FFFFFF"/>
                </a:solidFill>
                <a:latin typeface="Arial"/>
                <a:ea typeface="Arial"/>
                <a:cs typeface="Arial"/>
              </a:defRPr>
            </a:defPPr>
            <a:lvl1pPr>
              <a:defRPr sz="2625" b="1">
                <a:solidFill>
                  <a:srgbClr val="FFFFFF"/>
                </a:solidFill>
                <a:latin typeface="Arial"/>
                <a:ea typeface="Arial"/>
                <a:cs typeface="Arial"/>
              </a:defRPr>
            </a:lvl1pPr>
            <a:lvl2pPr>
              <a:defRPr sz="2625" b="1">
                <a:solidFill>
                  <a:srgbClr val="FFFFFF"/>
                </a:solidFill>
                <a:latin typeface="Arial"/>
                <a:ea typeface="Arial"/>
                <a:cs typeface="Arial"/>
              </a:defRPr>
            </a:lvl2pPr>
            <a:lvl3pPr>
              <a:defRPr sz="2625" b="1">
                <a:solidFill>
                  <a:srgbClr val="FFFFFF"/>
                </a:solidFill>
                <a:latin typeface="Arial"/>
                <a:ea typeface="Arial"/>
                <a:cs typeface="Arial"/>
              </a:defRPr>
            </a:lvl3pPr>
            <a:lvl4pPr>
              <a:defRPr sz="2625" b="1">
                <a:solidFill>
                  <a:srgbClr val="FFFFFF"/>
                </a:solidFill>
                <a:latin typeface="Arial"/>
                <a:ea typeface="Arial"/>
                <a:cs typeface="Arial"/>
              </a:defRPr>
            </a:lvl4pPr>
            <a:lvl5pPr>
              <a:defRPr sz="2625" b="1">
                <a:solidFill>
                  <a:srgbClr val="FFFFFF"/>
                </a:solidFill>
                <a:latin typeface="Arial"/>
                <a:ea typeface="Arial"/>
                <a:cs typeface="Arial"/>
              </a:defRPr>
            </a:lvl5pPr>
            <a:lvl6pPr>
              <a:defRPr sz="2625" b="1">
                <a:solidFill>
                  <a:srgbClr val="FFFFFF"/>
                </a:solidFill>
                <a:latin typeface="Arial"/>
                <a:ea typeface="Arial"/>
                <a:cs typeface="Arial"/>
              </a:defRPr>
            </a:lvl6pPr>
            <a:lvl7pPr>
              <a:defRPr sz="2625" b="1">
                <a:solidFill>
                  <a:srgbClr val="FFFFFF"/>
                </a:solidFill>
                <a:latin typeface="Arial"/>
                <a:ea typeface="Arial"/>
                <a:cs typeface="Arial"/>
              </a:defRPr>
            </a:lvl7pPr>
            <a:lvl8pPr>
              <a:defRPr sz="2625" b="1">
                <a:solidFill>
                  <a:srgbClr val="FFFFFF"/>
                </a:solidFill>
                <a:latin typeface="Arial"/>
                <a:ea typeface="Arial"/>
                <a:cs typeface="Arial"/>
              </a:defRPr>
            </a:lvl8pPr>
            <a:lvl9pPr>
              <a:defRPr sz="2625" b="1">
                <a:solidFill>
                  <a:srgbClr val="FFFFFF"/>
                </a:solidFill>
                <a:latin typeface="Arial"/>
                <a:ea typeface="Arial"/>
                <a:cs typeface="Arial"/>
              </a:defRPr>
            </a:lvl9pPr>
          </a:lstStyle>
          <a:p xmlns:a="http://schemas.openxmlformats.org/drawingml/2006/main">
            <a:pPr>
              <a:defRPr sz="2625" b="1">
                <a:solidFill>
                  <a:srgbClr val="FFFFFF"/>
                </a:solidFill>
                <a:latin typeface="Arial"/>
                <a:ea typeface="Arial"/>
                <a:cs typeface="Arial"/>
              </a:defRPr>
            </a:pPr>
            <a:r>
              <a:rPr sz="2625" b="1">
                <a:solidFill>
                  <a:srgbClr val="FFFFFF"/>
                </a:solidFill>
                <a:latin typeface="Arial"/>
                <a:ea typeface="Arial"/>
                <a:cs typeface="Arial"/>
              </a:rPr>
              <a:t>search_records</a:t>
            </a:r>
          </a:p>
          <a:p xmlns:a="http://schemas.openxmlformats.org/drawingml/2006/main">
            <a:pPr>
              <a:defRPr sz="2625" b="1">
                <a:solidFill>
                  <a:srgbClr val="FFFFFF"/>
                </a:solidFill>
                <a:latin typeface="Arial"/>
                <a:ea typeface="Arial"/>
                <a:cs typeface="Arial"/>
              </a:defRPr>
            </a:pPr>
            <a:r>
              <a:rPr sz="2625" b="1">
                <a:solidFill>
                  <a:srgbClr val="FFFFFF"/>
                </a:solidFill>
                <a:latin typeface="Arial"/>
                <a:ea typeface="Arial"/>
                <a:cs typeface="Arial"/>
              </a:rPr>
              <a:t>get_records</a:t>
            </a:r>
          </a:p>
        </p:txBody>
      </p:sp>
      <p:sp>
        <p:nvSpPr>
          <p:cNvPr id="6" name="">
            <a:extLst xmlns:a="http://schemas.openxmlformats.org/drawingml/2006/main">
              <a:ext uri="{FF2B5EF4-FFF2-40B4-BE49-F238E27FC236}">
                <a16:creationId xmlns:a16="http://schemas.microsoft.com/office/drawing/2014/main" id="{CA2BCE28-0846-46C4-82FA-19A9D20FB30C}"/>
              </a:ext>
            </a:extLst>
          </p:cNvPr>
          <p:cNvSpPr>
            <a:spLocks xmlns:a="http://schemas.openxmlformats.org/drawingml/2006/main" noGrp="1"/>
          </p:cNvSpPr>
          <p:nvPr/>
        </p:nvSpPr>
        <p:spPr>
          <a:xfrm xmlns:a="http://schemas.openxmlformats.org/drawingml/2006/main">
            <a:off x="666750" y="4143375"/>
            <a:ext cx="4857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B7D0C4"/>
                </a:solidFill>
                <a:latin typeface="Arial"/>
                <a:ea typeface="Arial"/>
                <a:cs typeface="Arial"/>
              </a:defRPr>
            </a:defPPr>
            <a:lvl1pPr>
              <a:defRPr sz="1950" b="0">
                <a:solidFill>
                  <a:srgbClr val="B7D0C4"/>
                </a:solidFill>
                <a:latin typeface="Arial"/>
                <a:ea typeface="Arial"/>
                <a:cs typeface="Arial"/>
              </a:defRPr>
            </a:lvl1pPr>
            <a:lvl2pPr>
              <a:defRPr sz="1950" b="0">
                <a:solidFill>
                  <a:srgbClr val="B7D0C4"/>
                </a:solidFill>
                <a:latin typeface="Arial"/>
                <a:ea typeface="Arial"/>
                <a:cs typeface="Arial"/>
              </a:defRPr>
            </a:lvl2pPr>
            <a:lvl3pPr>
              <a:defRPr sz="1950" b="0">
                <a:solidFill>
                  <a:srgbClr val="B7D0C4"/>
                </a:solidFill>
                <a:latin typeface="Arial"/>
                <a:ea typeface="Arial"/>
                <a:cs typeface="Arial"/>
              </a:defRPr>
            </a:lvl3pPr>
            <a:lvl4pPr>
              <a:defRPr sz="1950" b="0">
                <a:solidFill>
                  <a:srgbClr val="B7D0C4"/>
                </a:solidFill>
                <a:latin typeface="Arial"/>
                <a:ea typeface="Arial"/>
                <a:cs typeface="Arial"/>
              </a:defRPr>
            </a:lvl4pPr>
            <a:lvl5pPr>
              <a:defRPr sz="1950" b="0">
                <a:solidFill>
                  <a:srgbClr val="B7D0C4"/>
                </a:solidFill>
                <a:latin typeface="Arial"/>
                <a:ea typeface="Arial"/>
                <a:cs typeface="Arial"/>
              </a:defRPr>
            </a:lvl5pPr>
            <a:lvl6pPr>
              <a:defRPr sz="1950" b="0">
                <a:solidFill>
                  <a:srgbClr val="B7D0C4"/>
                </a:solidFill>
                <a:latin typeface="Arial"/>
                <a:ea typeface="Arial"/>
                <a:cs typeface="Arial"/>
              </a:defRPr>
            </a:lvl6pPr>
            <a:lvl7pPr>
              <a:defRPr sz="1950" b="0">
                <a:solidFill>
                  <a:srgbClr val="B7D0C4"/>
                </a:solidFill>
                <a:latin typeface="Arial"/>
                <a:ea typeface="Arial"/>
                <a:cs typeface="Arial"/>
              </a:defRPr>
            </a:lvl7pPr>
            <a:lvl8pPr>
              <a:defRPr sz="1950" b="0">
                <a:solidFill>
                  <a:srgbClr val="B7D0C4"/>
                </a:solidFill>
                <a:latin typeface="Arial"/>
                <a:ea typeface="Arial"/>
                <a:cs typeface="Arial"/>
              </a:defRPr>
            </a:lvl8pPr>
            <a:lvl9pPr>
              <a:defRPr sz="1950" b="0">
                <a:solidFill>
                  <a:srgbClr val="B7D0C4"/>
                </a:solidFill>
                <a:latin typeface="Arial"/>
                <a:ea typeface="Arial"/>
                <a:cs typeface="Arial"/>
              </a:defRPr>
            </a:lvl9pPr>
          </a:lstStyle>
          <a:p xmlns:a="http://schemas.openxmlformats.org/drawingml/2006/main">
            <a:pPr>
              <a:defRPr sz="1950" b="0">
                <a:solidFill>
                  <a:srgbClr val="B7D0C4"/>
                </a:solidFill>
                <a:latin typeface="Arial"/>
                <a:ea typeface="Arial"/>
                <a:cs typeface="Arial"/>
              </a:defRPr>
            </a:pPr>
            <a:r>
              <a:rPr sz="1950" b="0">
                <a:solidFill>
                  <a:srgbClr val="B7D0C4"/>
                </a:solidFill>
                <a:latin typeface="Arial"/>
                <a:ea typeface="Arial"/>
                <a:cs typeface="Arial"/>
              </a:rPr>
              <a:t>The agent retrieves candidates, then</a:t>
            </a:r>
          </a:p>
          <a:p xmlns:a="http://schemas.openxmlformats.org/drawingml/2006/main">
            <a:pPr>
              <a:defRPr sz="1950" b="0">
                <a:solidFill>
                  <a:srgbClr val="B7D0C4"/>
                </a:solidFill>
                <a:latin typeface="Arial"/>
                <a:ea typeface="Arial"/>
                <a:cs typeface="Arial"/>
              </a:defRPr>
            </a:pPr>
            <a:r>
              <a:rPr sz="1950" b="0">
                <a:solidFill>
                  <a:srgbClr val="B7D0C4"/>
                </a:solidFill>
                <a:latin typeface="Arial"/>
                <a:ea typeface="Arial"/>
                <a:cs typeface="Arial"/>
              </a:rPr>
              <a:t>opens the original records before</a:t>
            </a:r>
          </a:p>
          <a:p xmlns:a="http://schemas.openxmlformats.org/drawingml/2006/main">
            <a:pPr>
              <a:defRPr sz="1950" b="0">
                <a:solidFill>
                  <a:srgbClr val="B7D0C4"/>
                </a:solidFill>
                <a:latin typeface="Arial"/>
                <a:ea typeface="Arial"/>
                <a:cs typeface="Arial"/>
              </a:defRPr>
            </a:pPr>
            <a:r>
              <a:rPr sz="1950" b="0">
                <a:solidFill>
                  <a:srgbClr val="B7D0C4"/>
                </a:solidFill>
                <a:latin typeface="Arial"/>
                <a:ea typeface="Arial"/>
                <a:cs typeface="Arial"/>
              </a:rPr>
              <a:t>constructing a structured answer.</a:t>
            </a:r>
          </a:p>
        </p:txBody>
      </p:sp>
      <p:sp>
        <p:nvSpPr>
          <p:cNvPr id="7" name="">
            <a:extLst xmlns:a="http://schemas.openxmlformats.org/drawingml/2006/main">
              <a:ext uri="{FF2B5EF4-FFF2-40B4-BE49-F238E27FC236}">
                <a16:creationId xmlns:a16="http://schemas.microsoft.com/office/drawing/2014/main" id="{92BBFEC0-5354-4FB9-BF82-F91AEFFAB29D}"/>
              </a:ext>
            </a:extLst>
          </p:cNvPr>
          <p:cNvSpPr>
            <a:spLocks xmlns:a="http://schemas.openxmlformats.org/drawingml/2006/main" noGrp="1"/>
          </p:cNvSpPr>
          <p:nvPr/>
        </p:nvSpPr>
        <p:spPr>
          <a:xfrm xmlns:a="http://schemas.openxmlformats.org/drawingml/2006/main">
            <a:off x="6762750" y="187642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97CAB5"/>
                </a:solidFill>
                <a:latin typeface="Arial"/>
                <a:ea typeface="Arial"/>
                <a:cs typeface="Arial"/>
              </a:defRPr>
            </a:defPPr>
            <a:lvl1pPr>
              <a:defRPr sz="2250" b="1">
                <a:solidFill>
                  <a:srgbClr val="97CAB5"/>
                </a:solidFill>
                <a:latin typeface="Arial"/>
                <a:ea typeface="Arial"/>
                <a:cs typeface="Arial"/>
              </a:defRPr>
            </a:lvl1pPr>
            <a:lvl2pPr>
              <a:defRPr sz="2250" b="1">
                <a:solidFill>
                  <a:srgbClr val="97CAB5"/>
                </a:solidFill>
                <a:latin typeface="Arial"/>
                <a:ea typeface="Arial"/>
                <a:cs typeface="Arial"/>
              </a:defRPr>
            </a:lvl2pPr>
            <a:lvl3pPr>
              <a:defRPr sz="2250" b="1">
                <a:solidFill>
                  <a:srgbClr val="97CAB5"/>
                </a:solidFill>
                <a:latin typeface="Arial"/>
                <a:ea typeface="Arial"/>
                <a:cs typeface="Arial"/>
              </a:defRPr>
            </a:lvl3pPr>
            <a:lvl4pPr>
              <a:defRPr sz="2250" b="1">
                <a:solidFill>
                  <a:srgbClr val="97CAB5"/>
                </a:solidFill>
                <a:latin typeface="Arial"/>
                <a:ea typeface="Arial"/>
                <a:cs typeface="Arial"/>
              </a:defRPr>
            </a:lvl4pPr>
            <a:lvl5pPr>
              <a:defRPr sz="2250" b="1">
                <a:solidFill>
                  <a:srgbClr val="97CAB5"/>
                </a:solidFill>
                <a:latin typeface="Arial"/>
                <a:ea typeface="Arial"/>
                <a:cs typeface="Arial"/>
              </a:defRPr>
            </a:lvl5pPr>
            <a:lvl6pPr>
              <a:defRPr sz="2250" b="1">
                <a:solidFill>
                  <a:srgbClr val="97CAB5"/>
                </a:solidFill>
                <a:latin typeface="Arial"/>
                <a:ea typeface="Arial"/>
                <a:cs typeface="Arial"/>
              </a:defRPr>
            </a:lvl6pPr>
            <a:lvl7pPr>
              <a:defRPr sz="2250" b="1">
                <a:solidFill>
                  <a:srgbClr val="97CAB5"/>
                </a:solidFill>
                <a:latin typeface="Arial"/>
                <a:ea typeface="Arial"/>
                <a:cs typeface="Arial"/>
              </a:defRPr>
            </a:lvl7pPr>
            <a:lvl8pPr>
              <a:defRPr sz="2250" b="1">
                <a:solidFill>
                  <a:srgbClr val="97CAB5"/>
                </a:solidFill>
                <a:latin typeface="Arial"/>
                <a:ea typeface="Arial"/>
                <a:cs typeface="Arial"/>
              </a:defRPr>
            </a:lvl8pPr>
            <a:lvl9pPr>
              <a:defRPr sz="2250" b="1">
                <a:solidFill>
                  <a:srgbClr val="97CAB5"/>
                </a:solidFill>
                <a:latin typeface="Arial"/>
                <a:ea typeface="Arial"/>
                <a:cs typeface="Arial"/>
              </a:defRPr>
            </a:lvl9pPr>
          </a:lstStyle>
          <a:p xmlns:a="http://schemas.openxmlformats.org/drawingml/2006/main">
            <a:pPr>
              <a:defRPr sz="2250" b="1">
                <a:solidFill>
                  <a:srgbClr val="97CAB5"/>
                </a:solidFill>
                <a:latin typeface="Arial"/>
                <a:ea typeface="Arial"/>
                <a:cs typeface="Arial"/>
              </a:defRPr>
            </a:pPr>
            <a:r>
              <a:rPr sz="2250" b="1">
                <a:solidFill>
                  <a:srgbClr val="97CAB5"/>
                </a:solidFill>
                <a:latin typeface="Arial"/>
                <a:ea typeface="Arial"/>
                <a:cs typeface="Arial"/>
              </a:rPr>
              <a:t>Claim-level evidence gate</a:t>
            </a:r>
          </a:p>
        </p:txBody>
      </p:sp>
      <p:sp>
        <p:nvSpPr>
          <p:cNvPr id="8" name="">
            <a:extLst xmlns:a="http://schemas.openxmlformats.org/drawingml/2006/main">
              <a:ext uri="{FF2B5EF4-FFF2-40B4-BE49-F238E27FC236}">
                <a16:creationId xmlns:a16="http://schemas.microsoft.com/office/drawing/2014/main" id="{FDBF415D-96D9-4FA2-A119-B527CDBCCB73}"/>
              </a:ext>
            </a:extLst>
          </p:cNvPr>
          <p:cNvSpPr>
            <a:spLocks xmlns:a="http://schemas.openxmlformats.org/drawingml/2006/main" noGrp="1"/>
          </p:cNvSpPr>
          <p:nvPr/>
        </p:nvSpPr>
        <p:spPr>
          <a:xfrm xmlns:a="http://schemas.openxmlformats.org/drawingml/2006/main">
            <a:off x="6762750" y="2667000"/>
            <a:ext cx="4762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FFFFFF"/>
                </a:solidFill>
                <a:latin typeface="Arial"/>
                <a:ea typeface="Arial"/>
                <a:cs typeface="Arial"/>
              </a:defRPr>
            </a:defPPr>
            <a:lvl1pPr>
              <a:defRPr sz="1950" b="0">
                <a:solidFill>
                  <a:srgbClr val="FFFFFF"/>
                </a:solidFill>
                <a:latin typeface="Arial"/>
                <a:ea typeface="Arial"/>
                <a:cs typeface="Arial"/>
              </a:defRPr>
            </a:lvl1pPr>
            <a:lvl2pPr>
              <a:defRPr sz="1950" b="0">
                <a:solidFill>
                  <a:srgbClr val="FFFFFF"/>
                </a:solidFill>
                <a:latin typeface="Arial"/>
                <a:ea typeface="Arial"/>
                <a:cs typeface="Arial"/>
              </a:defRPr>
            </a:lvl2pPr>
            <a:lvl3pPr>
              <a:defRPr sz="1950" b="0">
                <a:solidFill>
                  <a:srgbClr val="FFFFFF"/>
                </a:solidFill>
                <a:latin typeface="Arial"/>
                <a:ea typeface="Arial"/>
                <a:cs typeface="Arial"/>
              </a:defRPr>
            </a:lvl3pPr>
            <a:lvl4pPr>
              <a:defRPr sz="1950" b="0">
                <a:solidFill>
                  <a:srgbClr val="FFFFFF"/>
                </a:solidFill>
                <a:latin typeface="Arial"/>
                <a:ea typeface="Arial"/>
                <a:cs typeface="Arial"/>
              </a:defRPr>
            </a:lvl4pPr>
            <a:lvl5pPr>
              <a:defRPr sz="1950" b="0">
                <a:solidFill>
                  <a:srgbClr val="FFFFFF"/>
                </a:solidFill>
                <a:latin typeface="Arial"/>
                <a:ea typeface="Arial"/>
                <a:cs typeface="Arial"/>
              </a:defRPr>
            </a:lvl5pPr>
            <a:lvl6pPr>
              <a:defRPr sz="1950" b="0">
                <a:solidFill>
                  <a:srgbClr val="FFFFFF"/>
                </a:solidFill>
                <a:latin typeface="Arial"/>
                <a:ea typeface="Arial"/>
                <a:cs typeface="Arial"/>
              </a:defRPr>
            </a:lvl6pPr>
            <a:lvl7pPr>
              <a:defRPr sz="1950" b="0">
                <a:solidFill>
                  <a:srgbClr val="FFFFFF"/>
                </a:solidFill>
                <a:latin typeface="Arial"/>
                <a:ea typeface="Arial"/>
                <a:cs typeface="Arial"/>
              </a:defRPr>
            </a:lvl7pPr>
            <a:lvl8pPr>
              <a:defRPr sz="1950" b="0">
                <a:solidFill>
                  <a:srgbClr val="FFFFFF"/>
                </a:solidFill>
                <a:latin typeface="Arial"/>
                <a:ea typeface="Arial"/>
                <a:cs typeface="Arial"/>
              </a:defRPr>
            </a:lvl8pPr>
            <a:lvl9pPr>
              <a:defRPr sz="1950" b="0">
                <a:solidFill>
                  <a:srgbClr val="FFFFFF"/>
                </a:solidFill>
                <a:latin typeface="Arial"/>
                <a:ea typeface="Arial"/>
                <a:cs typeface="Arial"/>
              </a:defRPr>
            </a:lvl9pPr>
          </a:lstStyle>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Source identity and corpus scope</a:t>
            </a:r>
          </a:p>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Exact quotes and Unicode offsets</a:t>
            </a:r>
          </a:p>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Field hashes and supported wording</a:t>
            </a:r>
          </a:p>
        </p:txBody>
      </p:sp>
      <p:sp>
        <p:nvSpPr>
          <p:cNvPr id="9" name="">
            <a:extLst xmlns:a="http://schemas.openxmlformats.org/drawingml/2006/main">
              <a:ext uri="{FF2B5EF4-FFF2-40B4-BE49-F238E27FC236}">
                <a16:creationId xmlns:a16="http://schemas.microsoft.com/office/drawing/2014/main" id="{D22DF989-25AA-4341-A21D-AEEC56AEBB2E}"/>
              </a:ext>
            </a:extLst>
          </p:cNvPr>
          <p:cNvSpPr>
            <a:spLocks xmlns:a="http://schemas.openxmlformats.org/drawingml/2006/main" noGrp="1"/>
          </p:cNvSpPr>
          <p:nvPr/>
        </p:nvSpPr>
        <p:spPr>
          <a:xfrm xmlns:a="http://schemas.openxmlformats.org/drawingml/2006/main">
            <a:off x="6762750" y="469582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1">
                <a:solidFill>
                  <a:srgbClr val="E9AA96"/>
                </a:solidFill>
                <a:latin typeface="Arial"/>
                <a:ea typeface="Arial"/>
                <a:cs typeface="Arial"/>
              </a:defRPr>
            </a:defPPr>
            <a:lvl1pPr>
              <a:defRPr sz="2475" b="1">
                <a:solidFill>
                  <a:srgbClr val="E9AA96"/>
                </a:solidFill>
                <a:latin typeface="Arial"/>
                <a:ea typeface="Arial"/>
                <a:cs typeface="Arial"/>
              </a:defRPr>
            </a:lvl1pPr>
            <a:lvl2pPr>
              <a:defRPr sz="2475" b="1">
                <a:solidFill>
                  <a:srgbClr val="E9AA96"/>
                </a:solidFill>
                <a:latin typeface="Arial"/>
                <a:ea typeface="Arial"/>
                <a:cs typeface="Arial"/>
              </a:defRPr>
            </a:lvl2pPr>
            <a:lvl3pPr>
              <a:defRPr sz="2475" b="1">
                <a:solidFill>
                  <a:srgbClr val="E9AA96"/>
                </a:solidFill>
                <a:latin typeface="Arial"/>
                <a:ea typeface="Arial"/>
                <a:cs typeface="Arial"/>
              </a:defRPr>
            </a:lvl3pPr>
            <a:lvl4pPr>
              <a:defRPr sz="2475" b="1">
                <a:solidFill>
                  <a:srgbClr val="E9AA96"/>
                </a:solidFill>
                <a:latin typeface="Arial"/>
                <a:ea typeface="Arial"/>
                <a:cs typeface="Arial"/>
              </a:defRPr>
            </a:lvl4pPr>
            <a:lvl5pPr>
              <a:defRPr sz="2475" b="1">
                <a:solidFill>
                  <a:srgbClr val="E9AA96"/>
                </a:solidFill>
                <a:latin typeface="Arial"/>
                <a:ea typeface="Arial"/>
                <a:cs typeface="Arial"/>
              </a:defRPr>
            </a:lvl5pPr>
            <a:lvl6pPr>
              <a:defRPr sz="2475" b="1">
                <a:solidFill>
                  <a:srgbClr val="E9AA96"/>
                </a:solidFill>
                <a:latin typeface="Arial"/>
                <a:ea typeface="Arial"/>
                <a:cs typeface="Arial"/>
              </a:defRPr>
            </a:lvl6pPr>
            <a:lvl7pPr>
              <a:defRPr sz="2475" b="1">
                <a:solidFill>
                  <a:srgbClr val="E9AA96"/>
                </a:solidFill>
                <a:latin typeface="Arial"/>
                <a:ea typeface="Arial"/>
                <a:cs typeface="Arial"/>
              </a:defRPr>
            </a:lvl7pPr>
            <a:lvl8pPr>
              <a:defRPr sz="2475" b="1">
                <a:solidFill>
                  <a:srgbClr val="E9AA96"/>
                </a:solidFill>
                <a:latin typeface="Arial"/>
                <a:ea typeface="Arial"/>
                <a:cs typeface="Arial"/>
              </a:defRPr>
            </a:lvl8pPr>
            <a:lvl9pPr>
              <a:defRPr sz="2475" b="1">
                <a:solidFill>
                  <a:srgbClr val="E9AA96"/>
                </a:solidFill>
                <a:latin typeface="Arial"/>
                <a:ea typeface="Arial"/>
                <a:cs typeface="Arial"/>
              </a:defRPr>
            </a:lvl9pPr>
          </a:lstStyle>
          <a:p xmlns:a="http://schemas.openxmlformats.org/drawingml/2006/main">
            <a:pPr>
              <a:defRPr sz="2475" b="1">
                <a:solidFill>
                  <a:srgbClr val="E9AA96"/>
                </a:solidFill>
                <a:latin typeface="Arial"/>
                <a:ea typeface="Arial"/>
                <a:cs typeface="Arial"/>
              </a:defRPr>
            </a:pPr>
            <a:r>
              <a:rPr sz="2475" b="1">
                <a:solidFill>
                  <a:srgbClr val="E9AA96"/>
                </a:solidFill>
                <a:latin typeface="Arial"/>
                <a:ea typeface="Arial"/>
                <a:cs typeface="Arial"/>
              </a:rPr>
              <a:t>“Insufficient evidence”</a:t>
            </a:r>
          </a:p>
        </p:txBody>
      </p:sp>
      <p:sp>
        <p:nvSpPr>
          <p:cNvPr id="10" name="">
            <a:extLst xmlns:a="http://schemas.openxmlformats.org/drawingml/2006/main">
              <a:ext uri="{FF2B5EF4-FFF2-40B4-BE49-F238E27FC236}">
                <a16:creationId xmlns:a16="http://schemas.microsoft.com/office/drawing/2014/main" id="{5C635741-DCB2-428D-9B08-4528709BEDEB}"/>
              </a:ext>
            </a:extLst>
          </p:cNvPr>
          <p:cNvSpPr>
            <a:spLocks xmlns:a="http://schemas.openxmlformats.org/drawingml/2006/main" noGrp="1"/>
          </p:cNvSpPr>
          <p:nvPr/>
        </p:nvSpPr>
        <p:spPr>
          <a:xfrm xmlns:a="http://schemas.openxmlformats.org/drawingml/2006/main">
            <a:off x="6762750" y="525780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B7D0C4"/>
                </a:solidFill>
                <a:latin typeface="Arial"/>
                <a:ea typeface="Arial"/>
                <a:cs typeface="Arial"/>
              </a:defRPr>
            </a:defPPr>
            <a:lvl1pPr>
              <a:defRPr sz="1725" b="0">
                <a:solidFill>
                  <a:srgbClr val="B7D0C4"/>
                </a:solidFill>
                <a:latin typeface="Arial"/>
                <a:ea typeface="Arial"/>
                <a:cs typeface="Arial"/>
              </a:defRPr>
            </a:lvl1pPr>
            <a:lvl2pPr>
              <a:defRPr sz="1725" b="0">
                <a:solidFill>
                  <a:srgbClr val="B7D0C4"/>
                </a:solidFill>
                <a:latin typeface="Arial"/>
                <a:ea typeface="Arial"/>
                <a:cs typeface="Arial"/>
              </a:defRPr>
            </a:lvl2pPr>
            <a:lvl3pPr>
              <a:defRPr sz="1725" b="0">
                <a:solidFill>
                  <a:srgbClr val="B7D0C4"/>
                </a:solidFill>
                <a:latin typeface="Arial"/>
                <a:ea typeface="Arial"/>
                <a:cs typeface="Arial"/>
              </a:defRPr>
            </a:lvl3pPr>
            <a:lvl4pPr>
              <a:defRPr sz="1725" b="0">
                <a:solidFill>
                  <a:srgbClr val="B7D0C4"/>
                </a:solidFill>
                <a:latin typeface="Arial"/>
                <a:ea typeface="Arial"/>
                <a:cs typeface="Arial"/>
              </a:defRPr>
            </a:lvl4pPr>
            <a:lvl5pPr>
              <a:defRPr sz="1725" b="0">
                <a:solidFill>
                  <a:srgbClr val="B7D0C4"/>
                </a:solidFill>
                <a:latin typeface="Arial"/>
                <a:ea typeface="Arial"/>
                <a:cs typeface="Arial"/>
              </a:defRPr>
            </a:lvl5pPr>
            <a:lvl6pPr>
              <a:defRPr sz="1725" b="0">
                <a:solidFill>
                  <a:srgbClr val="B7D0C4"/>
                </a:solidFill>
                <a:latin typeface="Arial"/>
                <a:ea typeface="Arial"/>
                <a:cs typeface="Arial"/>
              </a:defRPr>
            </a:lvl6pPr>
            <a:lvl7pPr>
              <a:defRPr sz="1725" b="0">
                <a:solidFill>
                  <a:srgbClr val="B7D0C4"/>
                </a:solidFill>
                <a:latin typeface="Arial"/>
                <a:ea typeface="Arial"/>
                <a:cs typeface="Arial"/>
              </a:defRPr>
            </a:lvl7pPr>
            <a:lvl8pPr>
              <a:defRPr sz="1725" b="0">
                <a:solidFill>
                  <a:srgbClr val="B7D0C4"/>
                </a:solidFill>
                <a:latin typeface="Arial"/>
                <a:ea typeface="Arial"/>
                <a:cs typeface="Arial"/>
              </a:defRPr>
            </a:lvl8pPr>
            <a:lvl9pPr>
              <a:defRPr sz="1725" b="0">
                <a:solidFill>
                  <a:srgbClr val="B7D0C4"/>
                </a:solidFill>
                <a:latin typeface="Arial"/>
                <a:ea typeface="Arial"/>
                <a:cs typeface="Arial"/>
              </a:defRPr>
            </a:lvl9pPr>
          </a:lstStyle>
          <a:p xmlns:a="http://schemas.openxmlformats.org/drawingml/2006/main">
            <a:pPr>
              <a:defRPr sz="1725" b="0">
                <a:solidFill>
                  <a:srgbClr val="B7D0C4"/>
                </a:solidFill>
                <a:latin typeface="Arial"/>
                <a:ea typeface="Arial"/>
                <a:cs typeface="Arial"/>
              </a:defRPr>
            </a:pPr>
            <a:r>
              <a:rPr sz="1725" b="0">
                <a:solidFill>
                  <a:srgbClr val="B7D0C4"/>
                </a:solidFill>
                <a:latin typeface="Arial"/>
                <a:ea typeface="Arial"/>
                <a:cs typeface="Arial"/>
              </a:rPr>
              <a:t>A valid outcome when support is weak.</a:t>
            </a:r>
          </a:p>
        </p:txBody>
      </p:sp>
    </p:spTree>
    <p:extLst>
      <p:ext uri="{BB962C8B-B14F-4D97-AF65-F5344CB8AC3E}">
        <p14:creationId xmlns:p14="http://schemas.microsoft.com/office/powerpoint/2010/main" val="1192828208"/>
      </p:ext>
    </p:extLst>
  </p:cSld>
</p:sld>
</file>

<file path=ppt/slides/slide5.xml><?xml version="1.0" encoding="utf-8"?>
<p:sld xmlns:p="http://schemas.openxmlformats.org/presentationml/2006/main">
  <p:cSld>
    <p:bg>
      <p:bgPr>
        <a:solidFill xmlns:a="http://schemas.openxmlformats.org/drawingml/2006/main">
          <a:srgbClr val="F3F7F5"/>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B96D8F6-1FEC-4627-A8A7-9E9A0CAB30EC}"/>
              </a:ext>
            </a:extLst>
          </p:cNvPr>
          <p:cNvSpPr>
            <a:spLocks xmlns:a="http://schemas.openxmlformats.org/drawingml/2006/main" noGrp="1"/>
          </p:cNvSpPr>
          <p:nvPr/>
        </p:nvSpPr>
        <p:spPr>
          <a:xfrm xmlns:a="http://schemas.openxmlformats.org/drawingml/2006/main">
            <a:off x="619125" y="5238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93F3B"/>
                </a:solidFill>
                <a:latin typeface="Arial"/>
                <a:ea typeface="Arial"/>
                <a:cs typeface="Arial"/>
              </a:defRPr>
            </a:defPPr>
            <a:lvl1pPr>
              <a:defRPr sz="3300" b="1">
                <a:solidFill>
                  <a:srgbClr val="193F3B"/>
                </a:solidFill>
                <a:latin typeface="Arial"/>
                <a:ea typeface="Arial"/>
                <a:cs typeface="Arial"/>
              </a:defRPr>
            </a:lvl1pPr>
            <a:lvl2pPr>
              <a:defRPr sz="3300" b="1">
                <a:solidFill>
                  <a:srgbClr val="193F3B"/>
                </a:solidFill>
                <a:latin typeface="Arial"/>
                <a:ea typeface="Arial"/>
                <a:cs typeface="Arial"/>
              </a:defRPr>
            </a:lvl2pPr>
            <a:lvl3pPr>
              <a:defRPr sz="3300" b="1">
                <a:solidFill>
                  <a:srgbClr val="193F3B"/>
                </a:solidFill>
                <a:latin typeface="Arial"/>
                <a:ea typeface="Arial"/>
                <a:cs typeface="Arial"/>
              </a:defRPr>
            </a:lvl3pPr>
            <a:lvl4pPr>
              <a:defRPr sz="3300" b="1">
                <a:solidFill>
                  <a:srgbClr val="193F3B"/>
                </a:solidFill>
                <a:latin typeface="Arial"/>
                <a:ea typeface="Arial"/>
                <a:cs typeface="Arial"/>
              </a:defRPr>
            </a:lvl4pPr>
            <a:lvl5pPr>
              <a:defRPr sz="3300" b="1">
                <a:solidFill>
                  <a:srgbClr val="193F3B"/>
                </a:solidFill>
                <a:latin typeface="Arial"/>
                <a:ea typeface="Arial"/>
                <a:cs typeface="Arial"/>
              </a:defRPr>
            </a:lvl5pPr>
            <a:lvl6pPr>
              <a:defRPr sz="3300" b="1">
                <a:solidFill>
                  <a:srgbClr val="193F3B"/>
                </a:solidFill>
                <a:latin typeface="Arial"/>
                <a:ea typeface="Arial"/>
                <a:cs typeface="Arial"/>
              </a:defRPr>
            </a:lvl6pPr>
            <a:lvl7pPr>
              <a:defRPr sz="3300" b="1">
                <a:solidFill>
                  <a:srgbClr val="193F3B"/>
                </a:solidFill>
                <a:latin typeface="Arial"/>
                <a:ea typeface="Arial"/>
                <a:cs typeface="Arial"/>
              </a:defRPr>
            </a:lvl7pPr>
            <a:lvl8pPr>
              <a:defRPr sz="3300" b="1">
                <a:solidFill>
                  <a:srgbClr val="193F3B"/>
                </a:solidFill>
                <a:latin typeface="Arial"/>
                <a:ea typeface="Arial"/>
                <a:cs typeface="Arial"/>
              </a:defRPr>
            </a:lvl8pPr>
            <a:lvl9pPr>
              <a:defRPr sz="3300" b="1">
                <a:solidFill>
                  <a:srgbClr val="193F3B"/>
                </a:solidFill>
                <a:latin typeface="Arial"/>
                <a:ea typeface="Arial"/>
                <a:cs typeface="Arial"/>
              </a:defRPr>
            </a:lvl9pPr>
          </a:lstStyle>
          <a:p xmlns:a="http://schemas.openxmlformats.org/drawingml/2006/main">
            <a:pPr>
              <a:defRPr sz="3300" b="1">
                <a:solidFill>
                  <a:srgbClr val="193F3B"/>
                </a:solidFill>
                <a:latin typeface="Arial"/>
                <a:ea typeface="Arial"/>
                <a:cs typeface="Arial"/>
              </a:defRPr>
            </a:pPr>
            <a:r>
              <a:rPr sz="3300" b="1">
                <a:solidFill>
                  <a:srgbClr val="193F3B"/>
                </a:solidFill>
                <a:latin typeface="Arial"/>
                <a:ea typeface="Arial"/>
                <a:cs typeface="Arial"/>
              </a:rPr>
              <a:t>Investigation with every source in view</a:t>
            </a:r>
          </a:p>
        </p:txBody>
      </p:sp>
      <p:sp>
        <p:nvSpPr>
          <p:cNvPr id="3" name="">
            <a:extLst xmlns:a="http://schemas.openxmlformats.org/drawingml/2006/main">
              <a:ext uri="{FF2B5EF4-FFF2-40B4-BE49-F238E27FC236}">
                <a16:creationId xmlns:a16="http://schemas.microsoft.com/office/drawing/2014/main" id="{AE48F08F-E6B5-4902-8B64-00F4A3B267FF}"/>
              </a:ext>
            </a:extLst>
          </p:cNvPr>
          <p:cNvSpPr>
            <a:spLocks xmlns:a="http://schemas.openxmlformats.org/drawingml/2006/main" noGrp="1"/>
          </p:cNvSpPr>
          <p:nvPr/>
        </p:nvSpPr>
        <p:spPr>
          <a:xfrm xmlns:a="http://schemas.openxmlformats.org/drawingml/2006/main">
            <a:off x="11191875" y="63627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8EA59A"/>
                </a:solidFill>
                <a:latin typeface="Arial"/>
                <a:ea typeface="Arial"/>
                <a:cs typeface="Arial"/>
              </a:defRPr>
            </a:defPPr>
            <a:lvl1pPr>
              <a:defRPr sz="1200" b="0">
                <a:solidFill>
                  <a:srgbClr val="8EA59A"/>
                </a:solidFill>
                <a:latin typeface="Arial"/>
                <a:ea typeface="Arial"/>
                <a:cs typeface="Arial"/>
              </a:defRPr>
            </a:lvl1pPr>
            <a:lvl2pPr>
              <a:defRPr sz="1200" b="0">
                <a:solidFill>
                  <a:srgbClr val="8EA59A"/>
                </a:solidFill>
                <a:latin typeface="Arial"/>
                <a:ea typeface="Arial"/>
                <a:cs typeface="Arial"/>
              </a:defRPr>
            </a:lvl2pPr>
            <a:lvl3pPr>
              <a:defRPr sz="1200" b="0">
                <a:solidFill>
                  <a:srgbClr val="8EA59A"/>
                </a:solidFill>
                <a:latin typeface="Arial"/>
                <a:ea typeface="Arial"/>
                <a:cs typeface="Arial"/>
              </a:defRPr>
            </a:lvl3pPr>
            <a:lvl4pPr>
              <a:defRPr sz="1200" b="0">
                <a:solidFill>
                  <a:srgbClr val="8EA59A"/>
                </a:solidFill>
                <a:latin typeface="Arial"/>
                <a:ea typeface="Arial"/>
                <a:cs typeface="Arial"/>
              </a:defRPr>
            </a:lvl4pPr>
            <a:lvl5pPr>
              <a:defRPr sz="1200" b="0">
                <a:solidFill>
                  <a:srgbClr val="8EA59A"/>
                </a:solidFill>
                <a:latin typeface="Arial"/>
                <a:ea typeface="Arial"/>
                <a:cs typeface="Arial"/>
              </a:defRPr>
            </a:lvl5pPr>
            <a:lvl6pPr>
              <a:defRPr sz="1200" b="0">
                <a:solidFill>
                  <a:srgbClr val="8EA59A"/>
                </a:solidFill>
                <a:latin typeface="Arial"/>
                <a:ea typeface="Arial"/>
                <a:cs typeface="Arial"/>
              </a:defRPr>
            </a:lvl6pPr>
            <a:lvl7pPr>
              <a:defRPr sz="1200" b="0">
                <a:solidFill>
                  <a:srgbClr val="8EA59A"/>
                </a:solidFill>
                <a:latin typeface="Arial"/>
                <a:ea typeface="Arial"/>
                <a:cs typeface="Arial"/>
              </a:defRPr>
            </a:lvl7pPr>
            <a:lvl8pPr>
              <a:defRPr sz="1200" b="0">
                <a:solidFill>
                  <a:srgbClr val="8EA59A"/>
                </a:solidFill>
                <a:latin typeface="Arial"/>
                <a:ea typeface="Arial"/>
                <a:cs typeface="Arial"/>
              </a:defRPr>
            </a:lvl8pPr>
            <a:lvl9pPr>
              <a:defRPr sz="1200" b="0">
                <a:solidFill>
                  <a:srgbClr val="8EA59A"/>
                </a:solidFill>
                <a:latin typeface="Arial"/>
                <a:ea typeface="Arial"/>
                <a:cs typeface="Arial"/>
              </a:defRPr>
            </a:lvl9pPr>
          </a:lstStyle>
          <a:p xmlns:a="http://schemas.openxmlformats.org/drawingml/2006/main">
            <a:pPr>
              <a:defRPr sz="1200" b="0">
                <a:solidFill>
                  <a:srgbClr val="8EA59A"/>
                </a:solidFill>
                <a:latin typeface="Arial"/>
                <a:ea typeface="Arial"/>
                <a:cs typeface="Arial"/>
              </a:defRPr>
            </a:pPr>
            <a:r>
              <a:rPr sz="1200" b="0">
                <a:solidFill>
                  <a:srgbClr val="8EA59A"/>
                </a:solidFill>
                <a:latin typeface="Arial"/>
                <a:ea typeface="Arial"/>
                <a:cs typeface="Arial"/>
              </a:rPr>
              <a:t>05</a:t>
            </a:r>
          </a:p>
        </p:txBody>
      </p:sp>
      <p:pic>
        <p:nvPicPr>
          <p:cNvPr id="4" name="">
            <a:extLst xmlns:a="http://schemas.openxmlformats.org/drawingml/2006/main">
              <a:ext uri="{FF2B5EF4-FFF2-40B4-BE49-F238E27FC236}">
                <a16:creationId xmlns:a16="http://schemas.microsoft.com/office/drawing/2014/main" id="{4839E346-B00F-496E-A3DE-04E5D0C81254}"/>
              </a:ext>
            </a:extLst>
          </p:cNvPr>
          <p:cNvPicPr>
            <a:picLocks xmlns:a="http://schemas.openxmlformats.org/drawingml/2006/main" noChangeAspect="1"/>
          </p:cNvPicPr>
          <p:nvPr/>
        </p:nvPicPr>
        <p:blipFill>
          <a:blip xmlns:r="http://schemas.openxmlformats.org/officeDocument/2006/relationships" xmlns:a="http://schemas.openxmlformats.org/drawingml/2006/main" r:embed="R61db723071c747d6"/>
          <a:srcRect xmlns:a="http://schemas.openxmlformats.org/drawingml/2006/main" l="19500" t="17000" r="4000" b="12000"/>
          <a:stretch xmlns:a="http://schemas.openxmlformats.org/drawingml/2006/main"/>
        </p:blipFill>
        <p:spPr>
          <a:xfrm xmlns:a="http://schemas.openxmlformats.org/drawingml/2006/main">
            <a:off x="523875" y="1495425"/>
            <a:ext cx="7620000"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54A2EDC-4095-4271-8214-486EA3925019}"/>
              </a:ext>
            </a:extLst>
          </p:cNvPr>
          <p:cNvSpPr>
            <a:spLocks xmlns:a="http://schemas.openxmlformats.org/drawingml/2006/main" noGrp="1"/>
          </p:cNvSpPr>
          <p:nvPr/>
        </p:nvSpPr>
        <p:spPr>
          <a:xfrm xmlns:a="http://schemas.openxmlformats.org/drawingml/2006/main">
            <a:off x="8620125" y="1838325"/>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3C8C73"/>
                </a:solidFill>
                <a:latin typeface="Arial"/>
                <a:ea typeface="Arial"/>
                <a:cs typeface="Arial"/>
              </a:defRPr>
            </a:defPPr>
            <a:lvl1pPr>
              <a:defRPr sz="2025" b="1">
                <a:solidFill>
                  <a:srgbClr val="3C8C73"/>
                </a:solidFill>
                <a:latin typeface="Arial"/>
                <a:ea typeface="Arial"/>
                <a:cs typeface="Arial"/>
              </a:defRPr>
            </a:lvl1pPr>
            <a:lvl2pPr>
              <a:defRPr sz="2025" b="1">
                <a:solidFill>
                  <a:srgbClr val="3C8C73"/>
                </a:solidFill>
                <a:latin typeface="Arial"/>
                <a:ea typeface="Arial"/>
                <a:cs typeface="Arial"/>
              </a:defRPr>
            </a:lvl2pPr>
            <a:lvl3pPr>
              <a:defRPr sz="2025" b="1">
                <a:solidFill>
                  <a:srgbClr val="3C8C73"/>
                </a:solidFill>
                <a:latin typeface="Arial"/>
                <a:ea typeface="Arial"/>
                <a:cs typeface="Arial"/>
              </a:defRPr>
            </a:lvl3pPr>
            <a:lvl4pPr>
              <a:defRPr sz="2025" b="1">
                <a:solidFill>
                  <a:srgbClr val="3C8C73"/>
                </a:solidFill>
                <a:latin typeface="Arial"/>
                <a:ea typeface="Arial"/>
                <a:cs typeface="Arial"/>
              </a:defRPr>
            </a:lvl4pPr>
            <a:lvl5pPr>
              <a:defRPr sz="2025" b="1">
                <a:solidFill>
                  <a:srgbClr val="3C8C73"/>
                </a:solidFill>
                <a:latin typeface="Arial"/>
                <a:ea typeface="Arial"/>
                <a:cs typeface="Arial"/>
              </a:defRPr>
            </a:lvl5pPr>
            <a:lvl6pPr>
              <a:defRPr sz="2025" b="1">
                <a:solidFill>
                  <a:srgbClr val="3C8C73"/>
                </a:solidFill>
                <a:latin typeface="Arial"/>
                <a:ea typeface="Arial"/>
                <a:cs typeface="Arial"/>
              </a:defRPr>
            </a:lvl6pPr>
            <a:lvl7pPr>
              <a:defRPr sz="2025" b="1">
                <a:solidFill>
                  <a:srgbClr val="3C8C73"/>
                </a:solidFill>
                <a:latin typeface="Arial"/>
                <a:ea typeface="Arial"/>
                <a:cs typeface="Arial"/>
              </a:defRPr>
            </a:lvl7pPr>
            <a:lvl8pPr>
              <a:defRPr sz="2025" b="1">
                <a:solidFill>
                  <a:srgbClr val="3C8C73"/>
                </a:solidFill>
                <a:latin typeface="Arial"/>
                <a:ea typeface="Arial"/>
                <a:cs typeface="Arial"/>
              </a:defRPr>
            </a:lvl8pPr>
            <a:lvl9pPr>
              <a:defRPr sz="2025" b="1">
                <a:solidFill>
                  <a:srgbClr val="3C8C73"/>
                </a:solidFill>
                <a:latin typeface="Arial"/>
                <a:ea typeface="Arial"/>
                <a:cs typeface="Arial"/>
              </a:defRPr>
            </a:lvl9pPr>
          </a:lstStyle>
          <a:p xmlns:a="http://schemas.openxmlformats.org/drawingml/2006/main">
            <a:pPr>
              <a:defRPr sz="2025" b="1">
                <a:solidFill>
                  <a:srgbClr val="3C8C73"/>
                </a:solidFill>
                <a:latin typeface="Arial"/>
                <a:ea typeface="Arial"/>
                <a:cs typeface="Arial"/>
              </a:defRPr>
            </a:pPr>
            <a:r>
              <a:rPr sz="2025" b="1">
                <a:solidFill>
                  <a:srgbClr val="3C8C73"/>
                </a:solidFill>
                <a:latin typeface="Arial"/>
                <a:ea typeface="Arial"/>
                <a:cs typeface="Arial"/>
              </a:rPr>
              <a:t>One conversation</a:t>
            </a:r>
          </a:p>
        </p:txBody>
      </p:sp>
      <p:sp>
        <p:nvSpPr>
          <p:cNvPr id="6" name="">
            <a:extLst xmlns:a="http://schemas.openxmlformats.org/drawingml/2006/main">
              <a:ext uri="{FF2B5EF4-FFF2-40B4-BE49-F238E27FC236}">
                <a16:creationId xmlns:a16="http://schemas.microsoft.com/office/drawing/2014/main" id="{122CF4CC-144C-43B1-B35F-C94C13F30293}"/>
              </a:ext>
            </a:extLst>
          </p:cNvPr>
          <p:cNvSpPr>
            <a:spLocks xmlns:a="http://schemas.openxmlformats.org/drawingml/2006/main" noGrp="1"/>
          </p:cNvSpPr>
          <p:nvPr/>
        </p:nvSpPr>
        <p:spPr>
          <a:xfrm xmlns:a="http://schemas.openxmlformats.org/drawingml/2006/main">
            <a:off x="8620125" y="2343150"/>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627C73"/>
                </a:solidFill>
                <a:latin typeface="Arial"/>
                <a:ea typeface="Arial"/>
                <a:cs typeface="Arial"/>
              </a:defRPr>
            </a:defPPr>
            <a:lvl1pPr>
              <a:defRPr sz="1800" b="0">
                <a:solidFill>
                  <a:srgbClr val="627C73"/>
                </a:solidFill>
                <a:latin typeface="Arial"/>
                <a:ea typeface="Arial"/>
                <a:cs typeface="Arial"/>
              </a:defRPr>
            </a:lvl1pPr>
            <a:lvl2pPr>
              <a:defRPr sz="1800" b="0">
                <a:solidFill>
                  <a:srgbClr val="627C73"/>
                </a:solidFill>
                <a:latin typeface="Arial"/>
                <a:ea typeface="Arial"/>
                <a:cs typeface="Arial"/>
              </a:defRPr>
            </a:lvl2pPr>
            <a:lvl3pPr>
              <a:defRPr sz="1800" b="0">
                <a:solidFill>
                  <a:srgbClr val="627C73"/>
                </a:solidFill>
                <a:latin typeface="Arial"/>
                <a:ea typeface="Arial"/>
                <a:cs typeface="Arial"/>
              </a:defRPr>
            </a:lvl3pPr>
            <a:lvl4pPr>
              <a:defRPr sz="1800" b="0">
                <a:solidFill>
                  <a:srgbClr val="627C73"/>
                </a:solidFill>
                <a:latin typeface="Arial"/>
                <a:ea typeface="Arial"/>
                <a:cs typeface="Arial"/>
              </a:defRPr>
            </a:lvl4pPr>
            <a:lvl5pPr>
              <a:defRPr sz="1800" b="0">
                <a:solidFill>
                  <a:srgbClr val="627C73"/>
                </a:solidFill>
                <a:latin typeface="Arial"/>
                <a:ea typeface="Arial"/>
                <a:cs typeface="Arial"/>
              </a:defRPr>
            </a:lvl5pPr>
            <a:lvl6pPr>
              <a:defRPr sz="1800" b="0">
                <a:solidFill>
                  <a:srgbClr val="627C73"/>
                </a:solidFill>
                <a:latin typeface="Arial"/>
                <a:ea typeface="Arial"/>
                <a:cs typeface="Arial"/>
              </a:defRPr>
            </a:lvl6pPr>
            <a:lvl7pPr>
              <a:defRPr sz="1800" b="0">
                <a:solidFill>
                  <a:srgbClr val="627C73"/>
                </a:solidFill>
                <a:latin typeface="Arial"/>
                <a:ea typeface="Arial"/>
                <a:cs typeface="Arial"/>
              </a:defRPr>
            </a:lvl7pPr>
            <a:lvl8pPr>
              <a:defRPr sz="1800" b="0">
                <a:solidFill>
                  <a:srgbClr val="627C73"/>
                </a:solidFill>
                <a:latin typeface="Arial"/>
                <a:ea typeface="Arial"/>
                <a:cs typeface="Arial"/>
              </a:defRPr>
            </a:lvl8pPr>
            <a:lvl9pPr>
              <a:defRPr sz="1800" b="0">
                <a:solidFill>
                  <a:srgbClr val="627C73"/>
                </a:solidFill>
                <a:latin typeface="Arial"/>
                <a:ea typeface="Arial"/>
                <a:cs typeface="Arial"/>
              </a:defRPr>
            </a:lvl9pPr>
          </a:lstStyle>
          <a:p xmlns:a="http://schemas.openxmlformats.org/drawingml/2006/main">
            <a:pPr>
              <a:defRPr sz="1800" b="0">
                <a:solidFill>
                  <a:srgbClr val="627C73"/>
                </a:solidFill>
                <a:latin typeface="Arial"/>
                <a:ea typeface="Arial"/>
                <a:cs typeface="Arial"/>
              </a:defRPr>
            </a:pPr>
            <a:r>
              <a:rPr sz="1800" b="0">
                <a:solidFill>
                  <a:srgbClr val="627C73"/>
                </a:solidFill>
                <a:latin typeface="Arial"/>
                <a:ea typeface="Arial"/>
                <a:cs typeface="Arial"/>
              </a:rPr>
              <a:t>Enter an issue and refine it</a:t>
            </a:r>
          </a:p>
          <a:p xmlns:a="http://schemas.openxmlformats.org/drawingml/2006/main">
            <a:pPr>
              <a:defRPr sz="1800" b="0">
                <a:solidFill>
                  <a:srgbClr val="627C73"/>
                </a:solidFill>
                <a:latin typeface="Arial"/>
                <a:ea typeface="Arial"/>
                <a:cs typeface="Arial"/>
              </a:defRPr>
            </a:pPr>
            <a:r>
              <a:rPr sz="1800" b="0">
                <a:solidFill>
                  <a:srgbClr val="627C73"/>
                </a:solidFill>
                <a:latin typeface="Arial"/>
                <a:ea typeface="Arial"/>
                <a:cs typeface="Arial"/>
              </a:rPr>
              <a:t>with follow-up questions.</a:t>
            </a:r>
          </a:p>
        </p:txBody>
      </p:sp>
      <p:sp>
        <p:nvSpPr>
          <p:cNvPr id="7" name="">
            <a:extLst xmlns:a="http://schemas.openxmlformats.org/drawingml/2006/main">
              <a:ext uri="{FF2B5EF4-FFF2-40B4-BE49-F238E27FC236}">
                <a16:creationId xmlns:a16="http://schemas.microsoft.com/office/drawing/2014/main" id="{38ED77D5-5B73-4D74-91C7-C42BC4C6938E}"/>
              </a:ext>
            </a:extLst>
          </p:cNvPr>
          <p:cNvSpPr>
            <a:spLocks xmlns:a="http://schemas.openxmlformats.org/drawingml/2006/main" noGrp="1"/>
          </p:cNvSpPr>
          <p:nvPr/>
        </p:nvSpPr>
        <p:spPr>
          <a:xfrm xmlns:a="http://schemas.openxmlformats.org/drawingml/2006/main">
            <a:off x="8620125" y="3457575"/>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3C8C73"/>
                </a:solidFill>
                <a:latin typeface="Arial"/>
                <a:ea typeface="Arial"/>
                <a:cs typeface="Arial"/>
              </a:defRPr>
            </a:defPPr>
            <a:lvl1pPr>
              <a:defRPr sz="2025" b="1">
                <a:solidFill>
                  <a:srgbClr val="3C8C73"/>
                </a:solidFill>
                <a:latin typeface="Arial"/>
                <a:ea typeface="Arial"/>
                <a:cs typeface="Arial"/>
              </a:defRPr>
            </a:lvl1pPr>
            <a:lvl2pPr>
              <a:defRPr sz="2025" b="1">
                <a:solidFill>
                  <a:srgbClr val="3C8C73"/>
                </a:solidFill>
                <a:latin typeface="Arial"/>
                <a:ea typeface="Arial"/>
                <a:cs typeface="Arial"/>
              </a:defRPr>
            </a:lvl2pPr>
            <a:lvl3pPr>
              <a:defRPr sz="2025" b="1">
                <a:solidFill>
                  <a:srgbClr val="3C8C73"/>
                </a:solidFill>
                <a:latin typeface="Arial"/>
                <a:ea typeface="Arial"/>
                <a:cs typeface="Arial"/>
              </a:defRPr>
            </a:lvl3pPr>
            <a:lvl4pPr>
              <a:defRPr sz="2025" b="1">
                <a:solidFill>
                  <a:srgbClr val="3C8C73"/>
                </a:solidFill>
                <a:latin typeface="Arial"/>
                <a:ea typeface="Arial"/>
                <a:cs typeface="Arial"/>
              </a:defRPr>
            </a:lvl4pPr>
            <a:lvl5pPr>
              <a:defRPr sz="2025" b="1">
                <a:solidFill>
                  <a:srgbClr val="3C8C73"/>
                </a:solidFill>
                <a:latin typeface="Arial"/>
                <a:ea typeface="Arial"/>
                <a:cs typeface="Arial"/>
              </a:defRPr>
            </a:lvl5pPr>
            <a:lvl6pPr>
              <a:defRPr sz="2025" b="1">
                <a:solidFill>
                  <a:srgbClr val="3C8C73"/>
                </a:solidFill>
                <a:latin typeface="Arial"/>
                <a:ea typeface="Arial"/>
                <a:cs typeface="Arial"/>
              </a:defRPr>
            </a:lvl6pPr>
            <a:lvl7pPr>
              <a:defRPr sz="2025" b="1">
                <a:solidFill>
                  <a:srgbClr val="3C8C73"/>
                </a:solidFill>
                <a:latin typeface="Arial"/>
                <a:ea typeface="Arial"/>
                <a:cs typeface="Arial"/>
              </a:defRPr>
            </a:lvl7pPr>
            <a:lvl8pPr>
              <a:defRPr sz="2025" b="1">
                <a:solidFill>
                  <a:srgbClr val="3C8C73"/>
                </a:solidFill>
                <a:latin typeface="Arial"/>
                <a:ea typeface="Arial"/>
                <a:cs typeface="Arial"/>
              </a:defRPr>
            </a:lvl8pPr>
            <a:lvl9pPr>
              <a:defRPr sz="2025" b="1">
                <a:solidFill>
                  <a:srgbClr val="3C8C73"/>
                </a:solidFill>
                <a:latin typeface="Arial"/>
                <a:ea typeface="Arial"/>
                <a:cs typeface="Arial"/>
              </a:defRPr>
            </a:lvl9pPr>
          </a:lstStyle>
          <a:p xmlns:a="http://schemas.openxmlformats.org/drawingml/2006/main">
            <a:pPr>
              <a:defRPr sz="2025" b="1">
                <a:solidFill>
                  <a:srgbClr val="3C8C73"/>
                </a:solidFill>
                <a:latin typeface="Arial"/>
                <a:ea typeface="Arial"/>
                <a:cs typeface="Arial"/>
              </a:defRPr>
            </a:pPr>
            <a:r>
              <a:rPr sz="2025" b="1">
                <a:solidFill>
                  <a:srgbClr val="3C8C73"/>
                </a:solidFill>
                <a:latin typeface="Arial"/>
                <a:ea typeface="Arial"/>
                <a:cs typeface="Arial"/>
              </a:rPr>
              <a:t>Traceable answers</a:t>
            </a:r>
          </a:p>
        </p:txBody>
      </p:sp>
      <p:sp>
        <p:nvSpPr>
          <p:cNvPr id="8" name="">
            <a:extLst xmlns:a="http://schemas.openxmlformats.org/drawingml/2006/main">
              <a:ext uri="{FF2B5EF4-FFF2-40B4-BE49-F238E27FC236}">
                <a16:creationId xmlns:a16="http://schemas.microsoft.com/office/drawing/2014/main" id="{A219AC88-6AD9-49B5-95CB-715454783EBE}"/>
              </a:ext>
            </a:extLst>
          </p:cNvPr>
          <p:cNvSpPr>
            <a:spLocks xmlns:a="http://schemas.openxmlformats.org/drawingml/2006/main" noGrp="1"/>
          </p:cNvSpPr>
          <p:nvPr/>
        </p:nvSpPr>
        <p:spPr>
          <a:xfrm xmlns:a="http://schemas.openxmlformats.org/drawingml/2006/main">
            <a:off x="8620125" y="3962400"/>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627C73"/>
                </a:solidFill>
                <a:latin typeface="Arial"/>
                <a:ea typeface="Arial"/>
                <a:cs typeface="Arial"/>
              </a:defRPr>
            </a:defPPr>
            <a:lvl1pPr>
              <a:defRPr sz="1800" b="0">
                <a:solidFill>
                  <a:srgbClr val="627C73"/>
                </a:solidFill>
                <a:latin typeface="Arial"/>
                <a:ea typeface="Arial"/>
                <a:cs typeface="Arial"/>
              </a:defRPr>
            </a:lvl1pPr>
            <a:lvl2pPr>
              <a:defRPr sz="1800" b="0">
                <a:solidFill>
                  <a:srgbClr val="627C73"/>
                </a:solidFill>
                <a:latin typeface="Arial"/>
                <a:ea typeface="Arial"/>
                <a:cs typeface="Arial"/>
              </a:defRPr>
            </a:lvl2pPr>
            <a:lvl3pPr>
              <a:defRPr sz="1800" b="0">
                <a:solidFill>
                  <a:srgbClr val="627C73"/>
                </a:solidFill>
                <a:latin typeface="Arial"/>
                <a:ea typeface="Arial"/>
                <a:cs typeface="Arial"/>
              </a:defRPr>
            </a:lvl3pPr>
            <a:lvl4pPr>
              <a:defRPr sz="1800" b="0">
                <a:solidFill>
                  <a:srgbClr val="627C73"/>
                </a:solidFill>
                <a:latin typeface="Arial"/>
                <a:ea typeface="Arial"/>
                <a:cs typeface="Arial"/>
              </a:defRPr>
            </a:lvl4pPr>
            <a:lvl5pPr>
              <a:defRPr sz="1800" b="0">
                <a:solidFill>
                  <a:srgbClr val="627C73"/>
                </a:solidFill>
                <a:latin typeface="Arial"/>
                <a:ea typeface="Arial"/>
                <a:cs typeface="Arial"/>
              </a:defRPr>
            </a:lvl5pPr>
            <a:lvl6pPr>
              <a:defRPr sz="1800" b="0">
                <a:solidFill>
                  <a:srgbClr val="627C73"/>
                </a:solidFill>
                <a:latin typeface="Arial"/>
                <a:ea typeface="Arial"/>
                <a:cs typeface="Arial"/>
              </a:defRPr>
            </a:lvl6pPr>
            <a:lvl7pPr>
              <a:defRPr sz="1800" b="0">
                <a:solidFill>
                  <a:srgbClr val="627C73"/>
                </a:solidFill>
                <a:latin typeface="Arial"/>
                <a:ea typeface="Arial"/>
                <a:cs typeface="Arial"/>
              </a:defRPr>
            </a:lvl7pPr>
            <a:lvl8pPr>
              <a:defRPr sz="1800" b="0">
                <a:solidFill>
                  <a:srgbClr val="627C73"/>
                </a:solidFill>
                <a:latin typeface="Arial"/>
                <a:ea typeface="Arial"/>
                <a:cs typeface="Arial"/>
              </a:defRPr>
            </a:lvl8pPr>
            <a:lvl9pPr>
              <a:defRPr sz="1800" b="0">
                <a:solidFill>
                  <a:srgbClr val="627C73"/>
                </a:solidFill>
                <a:latin typeface="Arial"/>
                <a:ea typeface="Arial"/>
                <a:cs typeface="Arial"/>
              </a:defRPr>
            </a:lvl9pPr>
          </a:lstStyle>
          <a:p xmlns:a="http://schemas.openxmlformats.org/drawingml/2006/main">
            <a:pPr>
              <a:defRPr sz="1800" b="0">
                <a:solidFill>
                  <a:srgbClr val="627C73"/>
                </a:solidFill>
                <a:latin typeface="Arial"/>
                <a:ea typeface="Arial"/>
                <a:cs typeface="Arial"/>
              </a:defRPr>
            </a:pPr>
            <a:r>
              <a:rPr sz="1800" b="0">
                <a:solidFill>
                  <a:srgbClr val="627C73"/>
                </a:solidFill>
                <a:latin typeface="Arial"/>
                <a:ea typeface="Arial"/>
                <a:cs typeface="Arial"/>
              </a:rPr>
              <a:t>Open original records, save</a:t>
            </a:r>
          </a:p>
          <a:p xmlns:a="http://schemas.openxmlformats.org/drawingml/2006/main">
            <a:pPr>
              <a:defRPr sz="1800" b="0">
                <a:solidFill>
                  <a:srgbClr val="627C73"/>
                </a:solidFill>
                <a:latin typeface="Arial"/>
                <a:ea typeface="Arial"/>
                <a:cs typeface="Arial"/>
              </a:defRPr>
            </a:pPr>
            <a:r>
              <a:rPr sz="1800" b="0">
                <a:solidFill>
                  <a:srgbClr val="627C73"/>
                </a:solidFill>
                <a:latin typeface="Arial"/>
                <a:ea typeface="Arial"/>
                <a:cs typeface="Arial"/>
              </a:rPr>
              <a:t>evidence and inspect activity.</a:t>
            </a:r>
          </a:p>
        </p:txBody>
      </p:sp>
      <p:sp>
        <p:nvSpPr>
          <p:cNvPr id="9" name="">
            <a:extLst xmlns:a="http://schemas.openxmlformats.org/drawingml/2006/main">
              <a:ext uri="{FF2B5EF4-FFF2-40B4-BE49-F238E27FC236}">
                <a16:creationId xmlns:a16="http://schemas.microsoft.com/office/drawing/2014/main" id="{E13A9B16-0290-4015-AC4D-7C2D42C9A5A6}"/>
              </a:ext>
            </a:extLst>
          </p:cNvPr>
          <p:cNvSpPr>
            <a:spLocks xmlns:a="http://schemas.openxmlformats.org/drawingml/2006/main" noGrp="1"/>
          </p:cNvSpPr>
          <p:nvPr/>
        </p:nvSpPr>
        <p:spPr>
          <a:xfrm xmlns:a="http://schemas.openxmlformats.org/drawingml/2006/main">
            <a:off x="8620125" y="5019675"/>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3C8C73"/>
                </a:solidFill>
                <a:latin typeface="Arial"/>
                <a:ea typeface="Arial"/>
                <a:cs typeface="Arial"/>
              </a:defRPr>
            </a:defPPr>
            <a:lvl1pPr>
              <a:defRPr sz="2025" b="1">
                <a:solidFill>
                  <a:srgbClr val="3C8C73"/>
                </a:solidFill>
                <a:latin typeface="Arial"/>
                <a:ea typeface="Arial"/>
                <a:cs typeface="Arial"/>
              </a:defRPr>
            </a:lvl1pPr>
            <a:lvl2pPr>
              <a:defRPr sz="2025" b="1">
                <a:solidFill>
                  <a:srgbClr val="3C8C73"/>
                </a:solidFill>
                <a:latin typeface="Arial"/>
                <a:ea typeface="Arial"/>
                <a:cs typeface="Arial"/>
              </a:defRPr>
            </a:lvl2pPr>
            <a:lvl3pPr>
              <a:defRPr sz="2025" b="1">
                <a:solidFill>
                  <a:srgbClr val="3C8C73"/>
                </a:solidFill>
                <a:latin typeface="Arial"/>
                <a:ea typeface="Arial"/>
                <a:cs typeface="Arial"/>
              </a:defRPr>
            </a:lvl3pPr>
            <a:lvl4pPr>
              <a:defRPr sz="2025" b="1">
                <a:solidFill>
                  <a:srgbClr val="3C8C73"/>
                </a:solidFill>
                <a:latin typeface="Arial"/>
                <a:ea typeface="Arial"/>
                <a:cs typeface="Arial"/>
              </a:defRPr>
            </a:lvl4pPr>
            <a:lvl5pPr>
              <a:defRPr sz="2025" b="1">
                <a:solidFill>
                  <a:srgbClr val="3C8C73"/>
                </a:solidFill>
                <a:latin typeface="Arial"/>
                <a:ea typeface="Arial"/>
                <a:cs typeface="Arial"/>
              </a:defRPr>
            </a:lvl5pPr>
            <a:lvl6pPr>
              <a:defRPr sz="2025" b="1">
                <a:solidFill>
                  <a:srgbClr val="3C8C73"/>
                </a:solidFill>
                <a:latin typeface="Arial"/>
                <a:ea typeface="Arial"/>
                <a:cs typeface="Arial"/>
              </a:defRPr>
            </a:lvl6pPr>
            <a:lvl7pPr>
              <a:defRPr sz="2025" b="1">
                <a:solidFill>
                  <a:srgbClr val="3C8C73"/>
                </a:solidFill>
                <a:latin typeface="Arial"/>
                <a:ea typeface="Arial"/>
                <a:cs typeface="Arial"/>
              </a:defRPr>
            </a:lvl7pPr>
            <a:lvl8pPr>
              <a:defRPr sz="2025" b="1">
                <a:solidFill>
                  <a:srgbClr val="3C8C73"/>
                </a:solidFill>
                <a:latin typeface="Arial"/>
                <a:ea typeface="Arial"/>
                <a:cs typeface="Arial"/>
              </a:defRPr>
            </a:lvl8pPr>
            <a:lvl9pPr>
              <a:defRPr sz="2025" b="1">
                <a:solidFill>
                  <a:srgbClr val="3C8C73"/>
                </a:solidFill>
                <a:latin typeface="Arial"/>
                <a:ea typeface="Arial"/>
                <a:cs typeface="Arial"/>
              </a:defRPr>
            </a:lvl9pPr>
          </a:lstStyle>
          <a:p xmlns:a="http://schemas.openxmlformats.org/drawingml/2006/main">
            <a:pPr>
              <a:defRPr sz="2025" b="1">
                <a:solidFill>
                  <a:srgbClr val="3C8C73"/>
                </a:solidFill>
                <a:latin typeface="Arial"/>
                <a:ea typeface="Arial"/>
                <a:cs typeface="Arial"/>
              </a:defRPr>
            </a:pPr>
            <a:r>
              <a:rPr sz="2025" b="1">
                <a:solidFill>
                  <a:srgbClr val="3C8C73"/>
                </a:solidFill>
                <a:latin typeface="Arial"/>
                <a:ea typeface="Arial"/>
                <a:cs typeface="Arial"/>
              </a:rPr>
              <a:t>Component context</a:t>
            </a:r>
          </a:p>
        </p:txBody>
      </p:sp>
      <p:sp>
        <p:nvSpPr>
          <p:cNvPr id="10" name="">
            <a:extLst xmlns:a="http://schemas.openxmlformats.org/drawingml/2006/main">
              <a:ext uri="{FF2B5EF4-FFF2-40B4-BE49-F238E27FC236}">
                <a16:creationId xmlns:a16="http://schemas.microsoft.com/office/drawing/2014/main" id="{B6145E44-B09E-420F-AAA0-FA15E8C9B3B1}"/>
              </a:ext>
            </a:extLst>
          </p:cNvPr>
          <p:cNvSpPr>
            <a:spLocks xmlns:a="http://schemas.openxmlformats.org/drawingml/2006/main" noGrp="1"/>
          </p:cNvSpPr>
          <p:nvPr/>
        </p:nvSpPr>
        <p:spPr>
          <a:xfrm xmlns:a="http://schemas.openxmlformats.org/drawingml/2006/main">
            <a:off x="8620125" y="5524500"/>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627C73"/>
                </a:solidFill>
                <a:latin typeface="Arial"/>
                <a:ea typeface="Arial"/>
                <a:cs typeface="Arial"/>
              </a:defRPr>
            </a:defPPr>
            <a:lvl1pPr>
              <a:defRPr sz="1800" b="0">
                <a:solidFill>
                  <a:srgbClr val="627C73"/>
                </a:solidFill>
                <a:latin typeface="Arial"/>
                <a:ea typeface="Arial"/>
                <a:cs typeface="Arial"/>
              </a:defRPr>
            </a:lvl1pPr>
            <a:lvl2pPr>
              <a:defRPr sz="1800" b="0">
                <a:solidFill>
                  <a:srgbClr val="627C73"/>
                </a:solidFill>
                <a:latin typeface="Arial"/>
                <a:ea typeface="Arial"/>
                <a:cs typeface="Arial"/>
              </a:defRPr>
            </a:lvl2pPr>
            <a:lvl3pPr>
              <a:defRPr sz="1800" b="0">
                <a:solidFill>
                  <a:srgbClr val="627C73"/>
                </a:solidFill>
                <a:latin typeface="Arial"/>
                <a:ea typeface="Arial"/>
                <a:cs typeface="Arial"/>
              </a:defRPr>
            </a:lvl3pPr>
            <a:lvl4pPr>
              <a:defRPr sz="1800" b="0">
                <a:solidFill>
                  <a:srgbClr val="627C73"/>
                </a:solidFill>
                <a:latin typeface="Arial"/>
                <a:ea typeface="Arial"/>
                <a:cs typeface="Arial"/>
              </a:defRPr>
            </a:lvl4pPr>
            <a:lvl5pPr>
              <a:defRPr sz="1800" b="0">
                <a:solidFill>
                  <a:srgbClr val="627C73"/>
                </a:solidFill>
                <a:latin typeface="Arial"/>
                <a:ea typeface="Arial"/>
                <a:cs typeface="Arial"/>
              </a:defRPr>
            </a:lvl5pPr>
            <a:lvl6pPr>
              <a:defRPr sz="1800" b="0">
                <a:solidFill>
                  <a:srgbClr val="627C73"/>
                </a:solidFill>
                <a:latin typeface="Arial"/>
                <a:ea typeface="Arial"/>
                <a:cs typeface="Arial"/>
              </a:defRPr>
            </a:lvl6pPr>
            <a:lvl7pPr>
              <a:defRPr sz="1800" b="0">
                <a:solidFill>
                  <a:srgbClr val="627C73"/>
                </a:solidFill>
                <a:latin typeface="Arial"/>
                <a:ea typeface="Arial"/>
                <a:cs typeface="Arial"/>
              </a:defRPr>
            </a:lvl7pPr>
            <a:lvl8pPr>
              <a:defRPr sz="1800" b="0">
                <a:solidFill>
                  <a:srgbClr val="627C73"/>
                </a:solidFill>
                <a:latin typeface="Arial"/>
                <a:ea typeface="Arial"/>
                <a:cs typeface="Arial"/>
              </a:defRPr>
            </a:lvl8pPr>
            <a:lvl9pPr>
              <a:defRPr sz="1800" b="0">
                <a:solidFill>
                  <a:srgbClr val="627C73"/>
                </a:solidFill>
                <a:latin typeface="Arial"/>
                <a:ea typeface="Arial"/>
                <a:cs typeface="Arial"/>
              </a:defRPr>
            </a:lvl9pPr>
          </a:lstStyle>
          <a:p xmlns:a="http://schemas.openxmlformats.org/drawingml/2006/main">
            <a:pPr>
              <a:defRPr sz="1800" b="0">
                <a:solidFill>
                  <a:srgbClr val="627C73"/>
                </a:solidFill>
                <a:latin typeface="Arial"/>
                <a:ea typeface="Arial"/>
                <a:cs typeface="Arial"/>
              </a:defRPr>
            </a:pPr>
            <a:r>
              <a:rPr sz="1800" b="0">
                <a:solidFill>
                  <a:srgbClr val="627C73"/>
                </a:solidFill>
                <a:latin typeface="Arial"/>
                <a:ea typeface="Arial"/>
                <a:cs typeface="Arial"/>
              </a:rPr>
              <a:t>33 regions and dedicated</a:t>
            </a:r>
          </a:p>
          <a:p xmlns:a="http://schemas.openxmlformats.org/drawingml/2006/main">
            <a:pPr>
              <a:defRPr sz="1800" b="0">
                <a:solidFill>
                  <a:srgbClr val="627C73"/>
                </a:solidFill>
                <a:latin typeface="Arial"/>
                <a:ea typeface="Arial"/>
                <a:cs typeface="Arial"/>
              </a:defRPr>
            </a:pPr>
            <a:r>
              <a:rPr sz="1800" b="0">
                <a:solidFill>
                  <a:srgbClr val="627C73"/>
                </a:solidFill>
                <a:latin typeface="Arial"/>
                <a:ea typeface="Arial"/>
                <a:cs typeface="Arial"/>
              </a:rPr>
              <a:t>component cutaways.</a:t>
            </a:r>
          </a:p>
        </p:txBody>
      </p:sp>
    </p:spTree>
    <p:extLst>
      <p:ext uri="{BB962C8B-B14F-4D97-AF65-F5344CB8AC3E}">
        <p14:creationId xmlns:p14="http://schemas.microsoft.com/office/powerpoint/2010/main" val="788062767"/>
      </p:ext>
    </p:extLst>
  </p:cSld>
</p:sld>
</file>

<file path=ppt/slides/slide6.xml><?xml version="1.0" encoding="utf-8"?>
<p:sld xmlns:p="http://schemas.openxmlformats.org/presentationml/2006/main">
  <p:cSld>
    <p:bg>
      <p:bgPr>
        <a:solidFill xmlns:a="http://schemas.openxmlformats.org/drawingml/2006/main">
          <a:srgbClr val="F3F7F5"/>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90C3BB5-99D0-45DA-A6AA-B6DBF53019FD}"/>
              </a:ext>
            </a:extLst>
          </p:cNvPr>
          <p:cNvSpPr>
            <a:spLocks xmlns:a="http://schemas.openxmlformats.org/drawingml/2006/main" noGrp="1"/>
          </p:cNvSpPr>
          <p:nvPr/>
        </p:nvSpPr>
        <p:spPr>
          <a:xfrm xmlns:a="http://schemas.openxmlformats.org/drawingml/2006/main">
            <a:off x="619125" y="5238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93F3B"/>
                </a:solidFill>
                <a:latin typeface="Arial"/>
                <a:ea typeface="Arial"/>
                <a:cs typeface="Arial"/>
              </a:defRPr>
            </a:defPPr>
            <a:lvl1pPr>
              <a:defRPr sz="3300" b="1">
                <a:solidFill>
                  <a:srgbClr val="193F3B"/>
                </a:solidFill>
                <a:latin typeface="Arial"/>
                <a:ea typeface="Arial"/>
                <a:cs typeface="Arial"/>
              </a:defRPr>
            </a:lvl1pPr>
            <a:lvl2pPr>
              <a:defRPr sz="3300" b="1">
                <a:solidFill>
                  <a:srgbClr val="193F3B"/>
                </a:solidFill>
                <a:latin typeface="Arial"/>
                <a:ea typeface="Arial"/>
                <a:cs typeface="Arial"/>
              </a:defRPr>
            </a:lvl2pPr>
            <a:lvl3pPr>
              <a:defRPr sz="3300" b="1">
                <a:solidFill>
                  <a:srgbClr val="193F3B"/>
                </a:solidFill>
                <a:latin typeface="Arial"/>
                <a:ea typeface="Arial"/>
                <a:cs typeface="Arial"/>
              </a:defRPr>
            </a:lvl3pPr>
            <a:lvl4pPr>
              <a:defRPr sz="3300" b="1">
                <a:solidFill>
                  <a:srgbClr val="193F3B"/>
                </a:solidFill>
                <a:latin typeface="Arial"/>
                <a:ea typeface="Arial"/>
                <a:cs typeface="Arial"/>
              </a:defRPr>
            </a:lvl4pPr>
            <a:lvl5pPr>
              <a:defRPr sz="3300" b="1">
                <a:solidFill>
                  <a:srgbClr val="193F3B"/>
                </a:solidFill>
                <a:latin typeface="Arial"/>
                <a:ea typeface="Arial"/>
                <a:cs typeface="Arial"/>
              </a:defRPr>
            </a:lvl5pPr>
            <a:lvl6pPr>
              <a:defRPr sz="3300" b="1">
                <a:solidFill>
                  <a:srgbClr val="193F3B"/>
                </a:solidFill>
                <a:latin typeface="Arial"/>
                <a:ea typeface="Arial"/>
                <a:cs typeface="Arial"/>
              </a:defRPr>
            </a:lvl6pPr>
            <a:lvl7pPr>
              <a:defRPr sz="3300" b="1">
                <a:solidFill>
                  <a:srgbClr val="193F3B"/>
                </a:solidFill>
                <a:latin typeface="Arial"/>
                <a:ea typeface="Arial"/>
                <a:cs typeface="Arial"/>
              </a:defRPr>
            </a:lvl7pPr>
            <a:lvl8pPr>
              <a:defRPr sz="3300" b="1">
                <a:solidFill>
                  <a:srgbClr val="193F3B"/>
                </a:solidFill>
                <a:latin typeface="Arial"/>
                <a:ea typeface="Arial"/>
                <a:cs typeface="Arial"/>
              </a:defRPr>
            </a:lvl8pPr>
            <a:lvl9pPr>
              <a:defRPr sz="3300" b="1">
                <a:solidFill>
                  <a:srgbClr val="193F3B"/>
                </a:solidFill>
                <a:latin typeface="Arial"/>
                <a:ea typeface="Arial"/>
                <a:cs typeface="Arial"/>
              </a:defRPr>
            </a:lvl9pPr>
          </a:lstStyle>
          <a:p xmlns:a="http://schemas.openxmlformats.org/drawingml/2006/main">
            <a:pPr>
              <a:defRPr sz="3300" b="1">
                <a:solidFill>
                  <a:srgbClr val="193F3B"/>
                </a:solidFill>
                <a:latin typeface="Arial"/>
                <a:ea typeface="Arial"/>
                <a:cs typeface="Arial"/>
              </a:defRPr>
            </a:pPr>
            <a:r>
              <a:rPr sz="3300" b="1">
                <a:solidFill>
                  <a:srgbClr val="193F3B"/>
                </a:solidFill>
                <a:latin typeface="Arial"/>
                <a:ea typeface="Arial"/>
                <a:cs typeface="Arial"/>
              </a:rPr>
              <a:t>Coverage and next checks</a:t>
            </a:r>
          </a:p>
        </p:txBody>
      </p:sp>
      <p:sp>
        <p:nvSpPr>
          <p:cNvPr id="3" name="">
            <a:extLst xmlns:a="http://schemas.openxmlformats.org/drawingml/2006/main">
              <a:ext uri="{FF2B5EF4-FFF2-40B4-BE49-F238E27FC236}">
                <a16:creationId xmlns:a16="http://schemas.microsoft.com/office/drawing/2014/main" id="{AC437C27-48BC-49C1-9BD3-CF0C0876CDB8}"/>
              </a:ext>
            </a:extLst>
          </p:cNvPr>
          <p:cNvSpPr>
            <a:spLocks xmlns:a="http://schemas.openxmlformats.org/drawingml/2006/main" noGrp="1"/>
          </p:cNvSpPr>
          <p:nvPr/>
        </p:nvSpPr>
        <p:spPr>
          <a:xfrm xmlns:a="http://schemas.openxmlformats.org/drawingml/2006/main">
            <a:off x="11191875" y="63627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8EA59A"/>
                </a:solidFill>
                <a:latin typeface="Arial"/>
                <a:ea typeface="Arial"/>
                <a:cs typeface="Arial"/>
              </a:defRPr>
            </a:defPPr>
            <a:lvl1pPr>
              <a:defRPr sz="1200" b="0">
                <a:solidFill>
                  <a:srgbClr val="8EA59A"/>
                </a:solidFill>
                <a:latin typeface="Arial"/>
                <a:ea typeface="Arial"/>
                <a:cs typeface="Arial"/>
              </a:defRPr>
            </a:lvl1pPr>
            <a:lvl2pPr>
              <a:defRPr sz="1200" b="0">
                <a:solidFill>
                  <a:srgbClr val="8EA59A"/>
                </a:solidFill>
                <a:latin typeface="Arial"/>
                <a:ea typeface="Arial"/>
                <a:cs typeface="Arial"/>
              </a:defRPr>
            </a:lvl2pPr>
            <a:lvl3pPr>
              <a:defRPr sz="1200" b="0">
                <a:solidFill>
                  <a:srgbClr val="8EA59A"/>
                </a:solidFill>
                <a:latin typeface="Arial"/>
                <a:ea typeface="Arial"/>
                <a:cs typeface="Arial"/>
              </a:defRPr>
            </a:lvl3pPr>
            <a:lvl4pPr>
              <a:defRPr sz="1200" b="0">
                <a:solidFill>
                  <a:srgbClr val="8EA59A"/>
                </a:solidFill>
                <a:latin typeface="Arial"/>
                <a:ea typeface="Arial"/>
                <a:cs typeface="Arial"/>
              </a:defRPr>
            </a:lvl4pPr>
            <a:lvl5pPr>
              <a:defRPr sz="1200" b="0">
                <a:solidFill>
                  <a:srgbClr val="8EA59A"/>
                </a:solidFill>
                <a:latin typeface="Arial"/>
                <a:ea typeface="Arial"/>
                <a:cs typeface="Arial"/>
              </a:defRPr>
            </a:lvl5pPr>
            <a:lvl6pPr>
              <a:defRPr sz="1200" b="0">
                <a:solidFill>
                  <a:srgbClr val="8EA59A"/>
                </a:solidFill>
                <a:latin typeface="Arial"/>
                <a:ea typeface="Arial"/>
                <a:cs typeface="Arial"/>
              </a:defRPr>
            </a:lvl6pPr>
            <a:lvl7pPr>
              <a:defRPr sz="1200" b="0">
                <a:solidFill>
                  <a:srgbClr val="8EA59A"/>
                </a:solidFill>
                <a:latin typeface="Arial"/>
                <a:ea typeface="Arial"/>
                <a:cs typeface="Arial"/>
              </a:defRPr>
            </a:lvl7pPr>
            <a:lvl8pPr>
              <a:defRPr sz="1200" b="0">
                <a:solidFill>
                  <a:srgbClr val="8EA59A"/>
                </a:solidFill>
                <a:latin typeface="Arial"/>
                <a:ea typeface="Arial"/>
                <a:cs typeface="Arial"/>
              </a:defRPr>
            </a:lvl8pPr>
            <a:lvl9pPr>
              <a:defRPr sz="1200" b="0">
                <a:solidFill>
                  <a:srgbClr val="8EA59A"/>
                </a:solidFill>
                <a:latin typeface="Arial"/>
                <a:ea typeface="Arial"/>
                <a:cs typeface="Arial"/>
              </a:defRPr>
            </a:lvl9pPr>
          </a:lstStyle>
          <a:p xmlns:a="http://schemas.openxmlformats.org/drawingml/2006/main">
            <a:pPr>
              <a:defRPr sz="1200" b="0">
                <a:solidFill>
                  <a:srgbClr val="8EA59A"/>
                </a:solidFill>
                <a:latin typeface="Arial"/>
                <a:ea typeface="Arial"/>
                <a:cs typeface="Arial"/>
              </a:defRPr>
            </a:pPr>
            <a:r>
              <a:rPr sz="1200" b="0">
                <a:solidFill>
                  <a:srgbClr val="8EA59A"/>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17781490-D459-439F-909C-5E3C533DA34D}"/>
              </a:ext>
            </a:extLst>
          </p:cNvPr>
          <p:cNvSpPr>
            <a:spLocks xmlns:a="http://schemas.openxmlformats.org/drawingml/2006/main" noGrp="1"/>
          </p:cNvSpPr>
          <p:nvPr/>
        </p:nvSpPr>
        <p:spPr>
          <a:xfrm xmlns:a="http://schemas.openxmlformats.org/drawingml/2006/main">
            <a:off x="666750" y="1828800"/>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3C8C73"/>
                </a:solidFill>
                <a:latin typeface="Arial"/>
                <a:ea typeface="Arial"/>
                <a:cs typeface="Arial"/>
              </a:defRPr>
            </a:defPPr>
            <a:lvl1pPr>
              <a:defRPr sz="2325" b="1">
                <a:solidFill>
                  <a:srgbClr val="3C8C73"/>
                </a:solidFill>
                <a:latin typeface="Arial"/>
                <a:ea typeface="Arial"/>
                <a:cs typeface="Arial"/>
              </a:defRPr>
            </a:lvl1pPr>
            <a:lvl2pPr>
              <a:defRPr sz="2325" b="1">
                <a:solidFill>
                  <a:srgbClr val="3C8C73"/>
                </a:solidFill>
                <a:latin typeface="Arial"/>
                <a:ea typeface="Arial"/>
                <a:cs typeface="Arial"/>
              </a:defRPr>
            </a:lvl2pPr>
            <a:lvl3pPr>
              <a:defRPr sz="2325" b="1">
                <a:solidFill>
                  <a:srgbClr val="3C8C73"/>
                </a:solidFill>
                <a:latin typeface="Arial"/>
                <a:ea typeface="Arial"/>
                <a:cs typeface="Arial"/>
              </a:defRPr>
            </a:lvl3pPr>
            <a:lvl4pPr>
              <a:defRPr sz="2325" b="1">
                <a:solidFill>
                  <a:srgbClr val="3C8C73"/>
                </a:solidFill>
                <a:latin typeface="Arial"/>
                <a:ea typeface="Arial"/>
                <a:cs typeface="Arial"/>
              </a:defRPr>
            </a:lvl4pPr>
            <a:lvl5pPr>
              <a:defRPr sz="2325" b="1">
                <a:solidFill>
                  <a:srgbClr val="3C8C73"/>
                </a:solidFill>
                <a:latin typeface="Arial"/>
                <a:ea typeface="Arial"/>
                <a:cs typeface="Arial"/>
              </a:defRPr>
            </a:lvl5pPr>
            <a:lvl6pPr>
              <a:defRPr sz="2325" b="1">
                <a:solidFill>
                  <a:srgbClr val="3C8C73"/>
                </a:solidFill>
                <a:latin typeface="Arial"/>
                <a:ea typeface="Arial"/>
                <a:cs typeface="Arial"/>
              </a:defRPr>
            </a:lvl6pPr>
            <a:lvl7pPr>
              <a:defRPr sz="2325" b="1">
                <a:solidFill>
                  <a:srgbClr val="3C8C73"/>
                </a:solidFill>
                <a:latin typeface="Arial"/>
                <a:ea typeface="Arial"/>
                <a:cs typeface="Arial"/>
              </a:defRPr>
            </a:lvl7pPr>
            <a:lvl8pPr>
              <a:defRPr sz="2325" b="1">
                <a:solidFill>
                  <a:srgbClr val="3C8C73"/>
                </a:solidFill>
                <a:latin typeface="Arial"/>
                <a:ea typeface="Arial"/>
                <a:cs typeface="Arial"/>
              </a:defRPr>
            </a:lvl8pPr>
            <a:lvl9pPr>
              <a:defRPr sz="2325" b="1">
                <a:solidFill>
                  <a:srgbClr val="3C8C73"/>
                </a:solidFill>
                <a:latin typeface="Arial"/>
                <a:ea typeface="Arial"/>
                <a:cs typeface="Arial"/>
              </a:defRPr>
            </a:lvl9pPr>
          </a:lstStyle>
          <a:p xmlns:a="http://schemas.openxmlformats.org/drawingml/2006/main">
            <a:pPr>
              <a:defRPr sz="2325" b="1">
                <a:solidFill>
                  <a:srgbClr val="3C8C73"/>
                </a:solidFill>
                <a:latin typeface="Arial"/>
                <a:ea typeface="Arial"/>
                <a:cs typeface="Arial"/>
              </a:defRPr>
            </a:pPr>
            <a:r>
              <a:rPr sz="2325" b="1">
                <a:solidFill>
                  <a:srgbClr val="3C8C73"/>
                </a:solidFill>
                <a:latin typeface="Arial"/>
                <a:ea typeface="Arial"/>
                <a:cs typeface="Arial"/>
              </a:rPr>
              <a:t>MVP implementation</a:t>
            </a:r>
          </a:p>
        </p:txBody>
      </p:sp>
      <p:sp>
        <p:nvSpPr>
          <p:cNvPr id="5" name="">
            <a:extLst xmlns:a="http://schemas.openxmlformats.org/drawingml/2006/main">
              <a:ext uri="{FF2B5EF4-FFF2-40B4-BE49-F238E27FC236}">
                <a16:creationId xmlns:a16="http://schemas.microsoft.com/office/drawing/2014/main" id="{EB5563DA-5B5A-488D-A263-A6818CE99EC5}"/>
              </a:ext>
            </a:extLst>
          </p:cNvPr>
          <p:cNvSpPr>
            <a:spLocks xmlns:a="http://schemas.openxmlformats.org/drawingml/2006/main" noGrp="1"/>
          </p:cNvSpPr>
          <p:nvPr/>
        </p:nvSpPr>
        <p:spPr>
          <a:xfrm xmlns:a="http://schemas.openxmlformats.org/drawingml/2006/main">
            <a:off x="666750" y="2524125"/>
            <a:ext cx="51435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93F3B"/>
                </a:solidFill>
                <a:latin typeface="Arial"/>
                <a:ea typeface="Arial"/>
                <a:cs typeface="Arial"/>
              </a:defRPr>
            </a:defPPr>
            <a:lvl1pPr>
              <a:defRPr sz="2025" b="0">
                <a:solidFill>
                  <a:srgbClr val="193F3B"/>
                </a:solidFill>
                <a:latin typeface="Arial"/>
                <a:ea typeface="Arial"/>
                <a:cs typeface="Arial"/>
              </a:defRPr>
            </a:lvl1pPr>
            <a:lvl2pPr>
              <a:defRPr sz="2025" b="0">
                <a:solidFill>
                  <a:srgbClr val="193F3B"/>
                </a:solidFill>
                <a:latin typeface="Arial"/>
                <a:ea typeface="Arial"/>
                <a:cs typeface="Arial"/>
              </a:defRPr>
            </a:lvl2pPr>
            <a:lvl3pPr>
              <a:defRPr sz="2025" b="0">
                <a:solidFill>
                  <a:srgbClr val="193F3B"/>
                </a:solidFill>
                <a:latin typeface="Arial"/>
                <a:ea typeface="Arial"/>
                <a:cs typeface="Arial"/>
              </a:defRPr>
            </a:lvl3pPr>
            <a:lvl4pPr>
              <a:defRPr sz="2025" b="0">
                <a:solidFill>
                  <a:srgbClr val="193F3B"/>
                </a:solidFill>
                <a:latin typeface="Arial"/>
                <a:ea typeface="Arial"/>
                <a:cs typeface="Arial"/>
              </a:defRPr>
            </a:lvl4pPr>
            <a:lvl5pPr>
              <a:defRPr sz="2025" b="0">
                <a:solidFill>
                  <a:srgbClr val="193F3B"/>
                </a:solidFill>
                <a:latin typeface="Arial"/>
                <a:ea typeface="Arial"/>
                <a:cs typeface="Arial"/>
              </a:defRPr>
            </a:lvl5pPr>
            <a:lvl6pPr>
              <a:defRPr sz="2025" b="0">
                <a:solidFill>
                  <a:srgbClr val="193F3B"/>
                </a:solidFill>
                <a:latin typeface="Arial"/>
                <a:ea typeface="Arial"/>
                <a:cs typeface="Arial"/>
              </a:defRPr>
            </a:lvl6pPr>
            <a:lvl7pPr>
              <a:defRPr sz="2025" b="0">
                <a:solidFill>
                  <a:srgbClr val="193F3B"/>
                </a:solidFill>
                <a:latin typeface="Arial"/>
                <a:ea typeface="Arial"/>
                <a:cs typeface="Arial"/>
              </a:defRPr>
            </a:lvl7pPr>
            <a:lvl8pPr>
              <a:defRPr sz="2025" b="0">
                <a:solidFill>
                  <a:srgbClr val="193F3B"/>
                </a:solidFill>
                <a:latin typeface="Arial"/>
                <a:ea typeface="Arial"/>
                <a:cs typeface="Arial"/>
              </a:defRPr>
            </a:lvl8pPr>
            <a:lvl9pPr>
              <a:defRPr sz="2025" b="0">
                <a:solidFill>
                  <a:srgbClr val="193F3B"/>
                </a:solidFill>
                <a:latin typeface="Arial"/>
                <a:ea typeface="Arial"/>
                <a:cs typeface="Arial"/>
              </a:defRPr>
            </a:lvl9pPr>
          </a:lstStyle>
          <a:p xmlns:a="http://schemas.openxmlformats.org/drawingml/2006/main">
            <a:pPr>
              <a:defRPr sz="2025" b="0">
                <a:solidFill>
                  <a:srgbClr val="193F3B"/>
                </a:solidFill>
                <a:latin typeface="Arial"/>
                <a:ea typeface="Arial"/>
                <a:cs typeface="Arial"/>
              </a:defRPr>
            </a:pPr>
            <a:r>
              <a:rPr sz="2025" b="0">
                <a:solidFill>
                  <a:srgbClr val="193F3B"/>
                </a:solidFill>
                <a:latin typeface="Arial"/>
                <a:ea typeface="Arial"/>
                <a:cs typeface="Arial"/>
              </a:rPr>
              <a:t>Normalization and hybrid retrieval</a:t>
            </a:r>
          </a:p>
          <a:p xmlns:a="http://schemas.openxmlformats.org/drawingml/2006/main">
            <a:pPr>
              <a:defRPr sz="2025" b="0">
                <a:solidFill>
                  <a:srgbClr val="193F3B"/>
                </a:solidFill>
                <a:latin typeface="Arial"/>
                <a:ea typeface="Arial"/>
                <a:cs typeface="Arial"/>
              </a:defRPr>
            </a:pPr>
            <a:r>
              <a:rPr sz="2025" b="0">
                <a:solidFill>
                  <a:srgbClr val="193F3B"/>
                </a:solidFill>
                <a:latin typeface="Arial"/>
                <a:ea typeface="Arial"/>
                <a:cs typeface="Arial"/>
              </a:rPr>
              <a:t>Search and record-fetch tools</a:t>
            </a:r>
          </a:p>
          <a:p xmlns:a="http://schemas.openxmlformats.org/drawingml/2006/main">
            <a:pPr>
              <a:defRPr sz="2025" b="0">
                <a:solidFill>
                  <a:srgbClr val="193F3B"/>
                </a:solidFill>
                <a:latin typeface="Arial"/>
                <a:ea typeface="Arial"/>
                <a:cs typeface="Arial"/>
              </a:defRPr>
            </a:pPr>
            <a:r>
              <a:rPr sz="2025" b="0">
                <a:solidFill>
                  <a:srgbClr val="193F3B"/>
                </a:solidFill>
                <a:latin typeface="Arial"/>
                <a:ea typeface="Arial"/>
                <a:cs typeface="Arial"/>
              </a:rPr>
              <a:t>Cited answers and refusal handling</a:t>
            </a:r>
          </a:p>
          <a:p xmlns:a="http://schemas.openxmlformats.org/drawingml/2006/main">
            <a:pPr>
              <a:defRPr sz="2025" b="0">
                <a:solidFill>
                  <a:srgbClr val="193F3B"/>
                </a:solidFill>
                <a:latin typeface="Arial"/>
                <a:ea typeface="Arial"/>
                <a:cs typeface="Arial"/>
              </a:defRPr>
            </a:pPr>
            <a:r>
              <a:rPr sz="2025" b="0">
                <a:solidFill>
                  <a:srgbClr val="193F3B"/>
                </a:solidFill>
                <a:latin typeface="Arial"/>
                <a:ea typeface="Arial"/>
                <a:cs typeface="Arial"/>
              </a:rPr>
              <a:t>Web UI with public activity trace</a:t>
            </a:r>
          </a:p>
        </p:txBody>
      </p:sp>
      <p:sp>
        <p:nvSpPr>
          <p:cNvPr id="6" name="">
            <a:extLst xmlns:a="http://schemas.openxmlformats.org/drawingml/2006/main">
              <a:ext uri="{FF2B5EF4-FFF2-40B4-BE49-F238E27FC236}">
                <a16:creationId xmlns:a16="http://schemas.microsoft.com/office/drawing/2014/main" id="{A0EDB9EC-2547-43F3-8450-F3435B60138F}"/>
              </a:ext>
            </a:extLst>
          </p:cNvPr>
          <p:cNvSpPr>
            <a:spLocks xmlns:a="http://schemas.openxmlformats.org/drawingml/2006/main" noGrp="1"/>
          </p:cNvSpPr>
          <p:nvPr/>
        </p:nvSpPr>
        <p:spPr>
          <a:xfrm xmlns:a="http://schemas.openxmlformats.org/drawingml/2006/main">
            <a:off x="7000875" y="1828800"/>
            <a:ext cx="428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3C8C73"/>
                </a:solidFill>
                <a:latin typeface="Arial"/>
                <a:ea typeface="Arial"/>
                <a:cs typeface="Arial"/>
              </a:defRPr>
            </a:defPPr>
            <a:lvl1pPr>
              <a:defRPr sz="2325" b="1">
                <a:solidFill>
                  <a:srgbClr val="3C8C73"/>
                </a:solidFill>
                <a:latin typeface="Arial"/>
                <a:ea typeface="Arial"/>
                <a:cs typeface="Arial"/>
              </a:defRPr>
            </a:lvl1pPr>
            <a:lvl2pPr>
              <a:defRPr sz="2325" b="1">
                <a:solidFill>
                  <a:srgbClr val="3C8C73"/>
                </a:solidFill>
                <a:latin typeface="Arial"/>
                <a:ea typeface="Arial"/>
                <a:cs typeface="Arial"/>
              </a:defRPr>
            </a:lvl2pPr>
            <a:lvl3pPr>
              <a:defRPr sz="2325" b="1">
                <a:solidFill>
                  <a:srgbClr val="3C8C73"/>
                </a:solidFill>
                <a:latin typeface="Arial"/>
                <a:ea typeface="Arial"/>
                <a:cs typeface="Arial"/>
              </a:defRPr>
            </a:lvl3pPr>
            <a:lvl4pPr>
              <a:defRPr sz="2325" b="1">
                <a:solidFill>
                  <a:srgbClr val="3C8C73"/>
                </a:solidFill>
                <a:latin typeface="Arial"/>
                <a:ea typeface="Arial"/>
                <a:cs typeface="Arial"/>
              </a:defRPr>
            </a:lvl4pPr>
            <a:lvl5pPr>
              <a:defRPr sz="2325" b="1">
                <a:solidFill>
                  <a:srgbClr val="3C8C73"/>
                </a:solidFill>
                <a:latin typeface="Arial"/>
                <a:ea typeface="Arial"/>
                <a:cs typeface="Arial"/>
              </a:defRPr>
            </a:lvl5pPr>
            <a:lvl6pPr>
              <a:defRPr sz="2325" b="1">
                <a:solidFill>
                  <a:srgbClr val="3C8C73"/>
                </a:solidFill>
                <a:latin typeface="Arial"/>
                <a:ea typeface="Arial"/>
                <a:cs typeface="Arial"/>
              </a:defRPr>
            </a:lvl6pPr>
            <a:lvl7pPr>
              <a:defRPr sz="2325" b="1">
                <a:solidFill>
                  <a:srgbClr val="3C8C73"/>
                </a:solidFill>
                <a:latin typeface="Arial"/>
                <a:ea typeface="Arial"/>
                <a:cs typeface="Arial"/>
              </a:defRPr>
            </a:lvl7pPr>
            <a:lvl8pPr>
              <a:defRPr sz="2325" b="1">
                <a:solidFill>
                  <a:srgbClr val="3C8C73"/>
                </a:solidFill>
                <a:latin typeface="Arial"/>
                <a:ea typeface="Arial"/>
                <a:cs typeface="Arial"/>
              </a:defRPr>
            </a:lvl8pPr>
            <a:lvl9pPr>
              <a:defRPr sz="2325" b="1">
                <a:solidFill>
                  <a:srgbClr val="3C8C73"/>
                </a:solidFill>
                <a:latin typeface="Arial"/>
                <a:ea typeface="Arial"/>
                <a:cs typeface="Arial"/>
              </a:defRPr>
            </a:lvl9pPr>
          </a:lstStyle>
          <a:p xmlns:a="http://schemas.openxmlformats.org/drawingml/2006/main">
            <a:pPr>
              <a:defRPr sz="2325" b="1">
                <a:solidFill>
                  <a:srgbClr val="3C8C73"/>
                </a:solidFill>
                <a:latin typeface="Arial"/>
                <a:ea typeface="Arial"/>
                <a:cs typeface="Arial"/>
              </a:defRPr>
            </a:pPr>
            <a:r>
              <a:rPr sz="2325" b="1">
                <a:solidFill>
                  <a:srgbClr val="3C8C73"/>
                </a:solidFill>
                <a:latin typeface="Arial"/>
                <a:ea typeface="Arial"/>
                <a:cs typeface="Arial"/>
              </a:rPr>
              <a:t>Extensions</a:t>
            </a:r>
          </a:p>
        </p:txBody>
      </p:sp>
      <p:sp>
        <p:nvSpPr>
          <p:cNvPr id="7" name="">
            <a:extLst xmlns:a="http://schemas.openxmlformats.org/drawingml/2006/main">
              <a:ext uri="{FF2B5EF4-FFF2-40B4-BE49-F238E27FC236}">
                <a16:creationId xmlns:a16="http://schemas.microsoft.com/office/drawing/2014/main" id="{011A4FA1-F91F-42AC-ABF8-A14573144D3D}"/>
              </a:ext>
            </a:extLst>
          </p:cNvPr>
          <p:cNvSpPr>
            <a:spLocks xmlns:a="http://schemas.openxmlformats.org/drawingml/2006/main" noGrp="1"/>
          </p:cNvSpPr>
          <p:nvPr/>
        </p:nvSpPr>
        <p:spPr>
          <a:xfrm xmlns:a="http://schemas.openxmlformats.org/drawingml/2006/main">
            <a:off x="7000875" y="2524125"/>
            <a:ext cx="4476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93F3B"/>
                </a:solidFill>
                <a:latin typeface="Arial"/>
                <a:ea typeface="Arial"/>
                <a:cs typeface="Arial"/>
              </a:defRPr>
            </a:defPPr>
            <a:lvl1pPr>
              <a:defRPr sz="2025" b="0">
                <a:solidFill>
                  <a:srgbClr val="193F3B"/>
                </a:solidFill>
                <a:latin typeface="Arial"/>
                <a:ea typeface="Arial"/>
                <a:cs typeface="Arial"/>
              </a:defRPr>
            </a:lvl1pPr>
            <a:lvl2pPr>
              <a:defRPr sz="2025" b="0">
                <a:solidFill>
                  <a:srgbClr val="193F3B"/>
                </a:solidFill>
                <a:latin typeface="Arial"/>
                <a:ea typeface="Arial"/>
                <a:cs typeface="Arial"/>
              </a:defRPr>
            </a:lvl2pPr>
            <a:lvl3pPr>
              <a:defRPr sz="2025" b="0">
                <a:solidFill>
                  <a:srgbClr val="193F3B"/>
                </a:solidFill>
                <a:latin typeface="Arial"/>
                <a:ea typeface="Arial"/>
                <a:cs typeface="Arial"/>
              </a:defRPr>
            </a:lvl3pPr>
            <a:lvl4pPr>
              <a:defRPr sz="2025" b="0">
                <a:solidFill>
                  <a:srgbClr val="193F3B"/>
                </a:solidFill>
                <a:latin typeface="Arial"/>
                <a:ea typeface="Arial"/>
                <a:cs typeface="Arial"/>
              </a:defRPr>
            </a:lvl4pPr>
            <a:lvl5pPr>
              <a:defRPr sz="2025" b="0">
                <a:solidFill>
                  <a:srgbClr val="193F3B"/>
                </a:solidFill>
                <a:latin typeface="Arial"/>
                <a:ea typeface="Arial"/>
                <a:cs typeface="Arial"/>
              </a:defRPr>
            </a:lvl5pPr>
            <a:lvl6pPr>
              <a:defRPr sz="2025" b="0">
                <a:solidFill>
                  <a:srgbClr val="193F3B"/>
                </a:solidFill>
                <a:latin typeface="Arial"/>
                <a:ea typeface="Arial"/>
                <a:cs typeface="Arial"/>
              </a:defRPr>
            </a:lvl6pPr>
            <a:lvl7pPr>
              <a:defRPr sz="2025" b="0">
                <a:solidFill>
                  <a:srgbClr val="193F3B"/>
                </a:solidFill>
                <a:latin typeface="Arial"/>
                <a:ea typeface="Arial"/>
                <a:cs typeface="Arial"/>
              </a:defRPr>
            </a:lvl7pPr>
            <a:lvl8pPr>
              <a:defRPr sz="2025" b="0">
                <a:solidFill>
                  <a:srgbClr val="193F3B"/>
                </a:solidFill>
                <a:latin typeface="Arial"/>
                <a:ea typeface="Arial"/>
                <a:cs typeface="Arial"/>
              </a:defRPr>
            </a:lvl8pPr>
            <a:lvl9pPr>
              <a:defRPr sz="2025" b="0">
                <a:solidFill>
                  <a:srgbClr val="193F3B"/>
                </a:solidFill>
                <a:latin typeface="Arial"/>
                <a:ea typeface="Arial"/>
                <a:cs typeface="Arial"/>
              </a:defRPr>
            </a:lvl9pPr>
          </a:lstStyle>
          <a:p xmlns:a="http://schemas.openxmlformats.org/drawingml/2006/main">
            <a:pPr>
              <a:defRPr sz="2025" b="0">
                <a:solidFill>
                  <a:srgbClr val="193F3B"/>
                </a:solidFill>
                <a:latin typeface="Arial"/>
                <a:ea typeface="Arial"/>
                <a:cs typeface="Arial"/>
              </a:defRPr>
            </a:pPr>
            <a:r>
              <a:rPr sz="2025" b="0">
                <a:solidFill>
                  <a:srgbClr val="193F3B"/>
                </a:solidFill>
                <a:latin typeface="Arial"/>
                <a:ea typeface="Arial"/>
                <a:cs typeface="Arial"/>
              </a:rPr>
              <a:t>Facility-maintenance domain</a:t>
            </a:r>
          </a:p>
          <a:p xmlns:a="http://schemas.openxmlformats.org/drawingml/2006/main">
            <a:pPr>
              <a:defRPr sz="2025" b="0">
                <a:solidFill>
                  <a:srgbClr val="193F3B"/>
                </a:solidFill>
                <a:latin typeface="Arial"/>
                <a:ea typeface="Arial"/>
                <a:cs typeface="Arial"/>
              </a:defRPr>
            </a:pPr>
            <a:r>
              <a:rPr sz="2025" b="0">
                <a:solidFill>
                  <a:srgbClr val="193F3B"/>
                </a:solidFill>
                <a:latin typeface="Arial"/>
                <a:ea typeface="Arial"/>
                <a:cs typeface="Arial"/>
              </a:rPr>
              <a:t>Shorthand expansion</a:t>
            </a:r>
          </a:p>
          <a:p xmlns:a="http://schemas.openxmlformats.org/drawingml/2006/main">
            <a:pPr>
              <a:defRPr sz="2025" b="0">
                <a:solidFill>
                  <a:srgbClr val="193F3B"/>
                </a:solidFill>
                <a:latin typeface="Arial"/>
                <a:ea typeface="Arial"/>
                <a:cs typeface="Arial"/>
              </a:defRPr>
            </a:pPr>
            <a:r>
              <a:rPr sz="2025" b="0">
                <a:solidFill>
                  <a:srgbClr val="193F3B"/>
                </a:solidFill>
                <a:latin typeface="Arial"/>
                <a:ea typeface="Arial"/>
                <a:cs typeface="Arial"/>
              </a:rPr>
              <a:t>Recurring-pattern analysis</a:t>
            </a:r>
          </a:p>
        </p:txBody>
      </p:sp>
      <p:sp>
        <p:nvSpPr>
          <p:cNvPr id="8" name="">
            <a:extLst xmlns:a="http://schemas.openxmlformats.org/drawingml/2006/main">
              <a:ext uri="{FF2B5EF4-FFF2-40B4-BE49-F238E27FC236}">
                <a16:creationId xmlns:a16="http://schemas.microsoft.com/office/drawing/2014/main" id="{2DCBDC34-7994-44B8-BB3F-39D0B855789E}"/>
              </a:ext>
            </a:extLst>
          </p:cNvPr>
          <p:cNvSpPr>
            <a:spLocks xmlns:a="http://schemas.openxmlformats.org/drawingml/2006/main" noGrp="1"/>
          </p:cNvSpPr>
          <p:nvPr/>
        </p:nvSpPr>
        <p:spPr>
          <a:xfrm xmlns:a="http://schemas.openxmlformats.org/drawingml/2006/main">
            <a:off x="7000875" y="4286250"/>
            <a:ext cx="4381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627C73"/>
                </a:solidFill>
                <a:latin typeface="Arial"/>
                <a:ea typeface="Arial"/>
                <a:cs typeface="Arial"/>
              </a:defRPr>
            </a:defPPr>
            <a:lvl1pPr>
              <a:defRPr sz="1650" b="0">
                <a:solidFill>
                  <a:srgbClr val="627C73"/>
                </a:solidFill>
                <a:latin typeface="Arial"/>
                <a:ea typeface="Arial"/>
                <a:cs typeface="Arial"/>
              </a:defRPr>
            </a:lvl1pPr>
            <a:lvl2pPr>
              <a:defRPr sz="1650" b="0">
                <a:solidFill>
                  <a:srgbClr val="627C73"/>
                </a:solidFill>
                <a:latin typeface="Arial"/>
                <a:ea typeface="Arial"/>
                <a:cs typeface="Arial"/>
              </a:defRPr>
            </a:lvl2pPr>
            <a:lvl3pPr>
              <a:defRPr sz="1650" b="0">
                <a:solidFill>
                  <a:srgbClr val="627C73"/>
                </a:solidFill>
                <a:latin typeface="Arial"/>
                <a:ea typeface="Arial"/>
                <a:cs typeface="Arial"/>
              </a:defRPr>
            </a:lvl3pPr>
            <a:lvl4pPr>
              <a:defRPr sz="1650" b="0">
                <a:solidFill>
                  <a:srgbClr val="627C73"/>
                </a:solidFill>
                <a:latin typeface="Arial"/>
                <a:ea typeface="Arial"/>
                <a:cs typeface="Arial"/>
              </a:defRPr>
            </a:lvl4pPr>
            <a:lvl5pPr>
              <a:defRPr sz="1650" b="0">
                <a:solidFill>
                  <a:srgbClr val="627C73"/>
                </a:solidFill>
                <a:latin typeface="Arial"/>
                <a:ea typeface="Arial"/>
                <a:cs typeface="Arial"/>
              </a:defRPr>
            </a:lvl5pPr>
            <a:lvl6pPr>
              <a:defRPr sz="1650" b="0">
                <a:solidFill>
                  <a:srgbClr val="627C73"/>
                </a:solidFill>
                <a:latin typeface="Arial"/>
                <a:ea typeface="Arial"/>
                <a:cs typeface="Arial"/>
              </a:defRPr>
            </a:lvl6pPr>
            <a:lvl7pPr>
              <a:defRPr sz="1650" b="0">
                <a:solidFill>
                  <a:srgbClr val="627C73"/>
                </a:solidFill>
                <a:latin typeface="Arial"/>
                <a:ea typeface="Arial"/>
                <a:cs typeface="Arial"/>
              </a:defRPr>
            </a:lvl7pPr>
            <a:lvl8pPr>
              <a:defRPr sz="1650" b="0">
                <a:solidFill>
                  <a:srgbClr val="627C73"/>
                </a:solidFill>
                <a:latin typeface="Arial"/>
                <a:ea typeface="Arial"/>
                <a:cs typeface="Arial"/>
              </a:defRPr>
            </a:lvl8pPr>
            <a:lvl9pPr>
              <a:defRPr sz="1650" b="0">
                <a:solidFill>
                  <a:srgbClr val="627C73"/>
                </a:solidFill>
                <a:latin typeface="Arial"/>
                <a:ea typeface="Arial"/>
                <a:cs typeface="Arial"/>
              </a:defRPr>
            </a:lvl9pPr>
          </a:lstStyle>
          <a:p xmlns:a="http://schemas.openxmlformats.org/drawingml/2006/main">
            <a:pPr>
              <a:defRPr sz="1650" b="0">
                <a:solidFill>
                  <a:srgbClr val="627C73"/>
                </a:solidFill>
                <a:latin typeface="Arial"/>
                <a:ea typeface="Arial"/>
                <a:cs typeface="Arial"/>
              </a:defRPr>
            </a:pPr>
            <a:r>
              <a:rPr sz="1650" b="0">
                <a:solidFill>
                  <a:srgbClr val="627C73"/>
                </a:solidFill>
                <a:latin typeface="Arial"/>
                <a:ea typeface="Arial"/>
                <a:cs typeface="Arial"/>
              </a:rPr>
              <a:t>Recurring-defect acceptance still needs validation.</a:t>
            </a:r>
          </a:p>
        </p:txBody>
      </p:sp>
      <p:sp>
        <p:nvSpPr>
          <p:cNvPr id="9" name="">
            <a:extLst xmlns:a="http://schemas.openxmlformats.org/drawingml/2006/main">
              <a:ext uri="{FF2B5EF4-FFF2-40B4-BE49-F238E27FC236}">
                <a16:creationId xmlns:a16="http://schemas.microsoft.com/office/drawing/2014/main" id="{28F92DD5-4F27-4A03-9FE3-5E9650240515}"/>
              </a:ext>
            </a:extLst>
          </p:cNvPr>
          <p:cNvSpPr>
            <a:spLocks xmlns:a="http://schemas.openxmlformats.org/drawingml/2006/main" noGrp="1"/>
          </p:cNvSpPr>
          <p:nvPr/>
        </p:nvSpPr>
        <p:spPr>
          <a:xfrm xmlns:a="http://schemas.openxmlformats.org/drawingml/2006/main">
            <a:off x="666750" y="5267325"/>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3C8C73"/>
                </a:solidFill>
                <a:latin typeface="Arial"/>
                <a:ea typeface="Arial"/>
                <a:cs typeface="Arial"/>
              </a:defRPr>
            </a:defPPr>
            <a:lvl1pPr>
              <a:defRPr sz="1875" b="1">
                <a:solidFill>
                  <a:srgbClr val="3C8C73"/>
                </a:solidFill>
                <a:latin typeface="Arial"/>
                <a:ea typeface="Arial"/>
                <a:cs typeface="Arial"/>
              </a:defRPr>
            </a:lvl1pPr>
            <a:lvl2pPr>
              <a:defRPr sz="1875" b="1">
                <a:solidFill>
                  <a:srgbClr val="3C8C73"/>
                </a:solidFill>
                <a:latin typeface="Arial"/>
                <a:ea typeface="Arial"/>
                <a:cs typeface="Arial"/>
              </a:defRPr>
            </a:lvl2pPr>
            <a:lvl3pPr>
              <a:defRPr sz="1875" b="1">
                <a:solidFill>
                  <a:srgbClr val="3C8C73"/>
                </a:solidFill>
                <a:latin typeface="Arial"/>
                <a:ea typeface="Arial"/>
                <a:cs typeface="Arial"/>
              </a:defRPr>
            </a:lvl3pPr>
            <a:lvl4pPr>
              <a:defRPr sz="1875" b="1">
                <a:solidFill>
                  <a:srgbClr val="3C8C73"/>
                </a:solidFill>
                <a:latin typeface="Arial"/>
                <a:ea typeface="Arial"/>
                <a:cs typeface="Arial"/>
              </a:defRPr>
            </a:lvl4pPr>
            <a:lvl5pPr>
              <a:defRPr sz="1875" b="1">
                <a:solidFill>
                  <a:srgbClr val="3C8C73"/>
                </a:solidFill>
                <a:latin typeface="Arial"/>
                <a:ea typeface="Arial"/>
                <a:cs typeface="Arial"/>
              </a:defRPr>
            </a:lvl5pPr>
            <a:lvl6pPr>
              <a:defRPr sz="1875" b="1">
                <a:solidFill>
                  <a:srgbClr val="3C8C73"/>
                </a:solidFill>
                <a:latin typeface="Arial"/>
                <a:ea typeface="Arial"/>
                <a:cs typeface="Arial"/>
              </a:defRPr>
            </a:lvl6pPr>
            <a:lvl7pPr>
              <a:defRPr sz="1875" b="1">
                <a:solidFill>
                  <a:srgbClr val="3C8C73"/>
                </a:solidFill>
                <a:latin typeface="Arial"/>
                <a:ea typeface="Arial"/>
                <a:cs typeface="Arial"/>
              </a:defRPr>
            </a:lvl7pPr>
            <a:lvl8pPr>
              <a:defRPr sz="1875" b="1">
                <a:solidFill>
                  <a:srgbClr val="3C8C73"/>
                </a:solidFill>
                <a:latin typeface="Arial"/>
                <a:ea typeface="Arial"/>
                <a:cs typeface="Arial"/>
              </a:defRPr>
            </a:lvl8pPr>
            <a:lvl9pPr>
              <a:defRPr sz="1875" b="1">
                <a:solidFill>
                  <a:srgbClr val="3C8C73"/>
                </a:solidFill>
                <a:latin typeface="Arial"/>
                <a:ea typeface="Arial"/>
                <a:cs typeface="Arial"/>
              </a:defRPr>
            </a:lvl9pPr>
          </a:lstStyle>
          <a:p xmlns:a="http://schemas.openxmlformats.org/drawingml/2006/main">
            <a:pPr>
              <a:defRPr sz="1875" b="1">
                <a:solidFill>
                  <a:srgbClr val="3C8C73"/>
                </a:solidFill>
                <a:latin typeface="Arial"/>
                <a:ea typeface="Arial"/>
                <a:cs typeface="Arial"/>
              </a:defRPr>
            </a:pPr>
            <a:r>
              <a:rPr sz="1875" b="1">
                <a:solidFill>
                  <a:srgbClr val="3C8C73"/>
                </a:solidFill>
                <a:latin typeface="Arial"/>
                <a:ea typeface="Arial"/>
                <a:cs typeface="Arial"/>
              </a:rPr>
              <a:t>Next checks</a:t>
            </a:r>
          </a:p>
        </p:txBody>
      </p:sp>
      <p:sp>
        <p:nvSpPr>
          <p:cNvPr id="10" name="">
            <a:extLst xmlns:a="http://schemas.openxmlformats.org/drawingml/2006/main">
              <a:ext uri="{FF2B5EF4-FFF2-40B4-BE49-F238E27FC236}">
                <a16:creationId xmlns:a16="http://schemas.microsoft.com/office/drawing/2014/main" id="{F9150E75-E9B8-4F38-8953-9CEE894F2F29}"/>
              </a:ext>
            </a:extLst>
          </p:cNvPr>
          <p:cNvSpPr>
            <a:spLocks xmlns:a="http://schemas.openxmlformats.org/drawingml/2006/main" noGrp="1"/>
          </p:cNvSpPr>
          <p:nvPr/>
        </p:nvSpPr>
        <p:spPr>
          <a:xfrm xmlns:a="http://schemas.openxmlformats.org/drawingml/2006/main">
            <a:off x="666750" y="57912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93F3B"/>
                </a:solidFill>
                <a:latin typeface="Arial"/>
                <a:ea typeface="Arial"/>
                <a:cs typeface="Arial"/>
              </a:defRPr>
            </a:defPPr>
            <a:lvl1pPr>
              <a:defRPr sz="2100" b="1">
                <a:solidFill>
                  <a:srgbClr val="193F3B"/>
                </a:solidFill>
                <a:latin typeface="Arial"/>
                <a:ea typeface="Arial"/>
                <a:cs typeface="Arial"/>
              </a:defRPr>
            </a:lvl1pPr>
            <a:lvl2pPr>
              <a:defRPr sz="2100" b="1">
                <a:solidFill>
                  <a:srgbClr val="193F3B"/>
                </a:solidFill>
                <a:latin typeface="Arial"/>
                <a:ea typeface="Arial"/>
                <a:cs typeface="Arial"/>
              </a:defRPr>
            </a:lvl2pPr>
            <a:lvl3pPr>
              <a:defRPr sz="2100" b="1">
                <a:solidFill>
                  <a:srgbClr val="193F3B"/>
                </a:solidFill>
                <a:latin typeface="Arial"/>
                <a:ea typeface="Arial"/>
                <a:cs typeface="Arial"/>
              </a:defRPr>
            </a:lvl3pPr>
            <a:lvl4pPr>
              <a:defRPr sz="2100" b="1">
                <a:solidFill>
                  <a:srgbClr val="193F3B"/>
                </a:solidFill>
                <a:latin typeface="Arial"/>
                <a:ea typeface="Arial"/>
                <a:cs typeface="Arial"/>
              </a:defRPr>
            </a:lvl4pPr>
            <a:lvl5pPr>
              <a:defRPr sz="2100" b="1">
                <a:solidFill>
                  <a:srgbClr val="193F3B"/>
                </a:solidFill>
                <a:latin typeface="Arial"/>
                <a:ea typeface="Arial"/>
                <a:cs typeface="Arial"/>
              </a:defRPr>
            </a:lvl5pPr>
            <a:lvl6pPr>
              <a:defRPr sz="2100" b="1">
                <a:solidFill>
                  <a:srgbClr val="193F3B"/>
                </a:solidFill>
                <a:latin typeface="Arial"/>
                <a:ea typeface="Arial"/>
                <a:cs typeface="Arial"/>
              </a:defRPr>
            </a:lvl6pPr>
            <a:lvl7pPr>
              <a:defRPr sz="2100" b="1">
                <a:solidFill>
                  <a:srgbClr val="193F3B"/>
                </a:solidFill>
                <a:latin typeface="Arial"/>
                <a:ea typeface="Arial"/>
                <a:cs typeface="Arial"/>
              </a:defRPr>
            </a:lvl7pPr>
            <a:lvl8pPr>
              <a:defRPr sz="2100" b="1">
                <a:solidFill>
                  <a:srgbClr val="193F3B"/>
                </a:solidFill>
                <a:latin typeface="Arial"/>
                <a:ea typeface="Arial"/>
                <a:cs typeface="Arial"/>
              </a:defRPr>
            </a:lvl8pPr>
            <a:lvl9pPr>
              <a:defRPr sz="2100" b="1">
                <a:solidFill>
                  <a:srgbClr val="193F3B"/>
                </a:solidFill>
                <a:latin typeface="Arial"/>
                <a:ea typeface="Arial"/>
                <a:cs typeface="Arial"/>
              </a:defRPr>
            </a:lvl9pPr>
          </a:lstStyle>
          <a:p xmlns:a="http://schemas.openxmlformats.org/drawingml/2006/main">
            <a:pPr>
              <a:defRPr sz="2100" b="1">
                <a:solidFill>
                  <a:srgbClr val="193F3B"/>
                </a:solidFill>
                <a:latin typeface="Arial"/>
                <a:ea typeface="Arial"/>
                <a:cs typeface="Arial"/>
              </a:defRPr>
            </a:pPr>
            <a:r>
              <a:rPr sz="2100" b="1">
                <a:solidFill>
                  <a:srgbClr val="193F3B"/>
                </a:solidFill>
                <a:latin typeface="Arial"/>
                <a:ea typeface="Arial"/>
                <a:cs typeface="Arial"/>
              </a:rPr>
              <a:t>Live end-to-end run, refusal cases and public deployment</a:t>
            </a:r>
          </a:p>
        </p:txBody>
      </p:sp>
    </p:spTree>
    <p:extLst>
      <p:ext uri="{BB962C8B-B14F-4D97-AF65-F5344CB8AC3E}">
        <p14:creationId xmlns:p14="http://schemas.microsoft.com/office/powerpoint/2010/main" val="6955925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2026-10-22T09:19:20.3950000Z</dcterms:created>
  <dcterms:modified xsi:type="dcterms:W3CDTF">2026-10-22T09:19:20.3950000Z</dcterms:modified>
</coreProperties>
</file>